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27" r:id="rId1"/>
  </p:sldMasterIdLst>
  <p:notesMasterIdLst>
    <p:notesMasterId r:id="rId3"/>
  </p:notesMasterIdLst>
  <p:handoutMasterIdLst>
    <p:handoutMasterId r:id="rId4"/>
  </p:handoutMasterIdLst>
  <p:sldIdLst>
    <p:sldId id="1241" r:id="rId2"/>
  </p:sldIdLst>
  <p:sldSz cx="14401800" cy="1803400"/>
  <p:notesSz cx="9928225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00FF"/>
    <a:srgbClr val="5B7351"/>
    <a:srgbClr val="6A8C5B"/>
    <a:srgbClr val="43563B"/>
    <a:srgbClr val="186210"/>
    <a:srgbClr val="8AB6D9"/>
    <a:srgbClr val="0073AE"/>
    <a:srgbClr val="EE7422"/>
    <a:srgbClr val="0065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8D230F3-CF80-4859-8CE7-A43EE81993B5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54" autoAdjust="0"/>
    <p:restoredTop sz="96738" autoAdjust="0"/>
  </p:normalViewPr>
  <p:slideViewPr>
    <p:cSldViewPr snapToGrid="0" snapToObjects="1">
      <p:cViewPr>
        <p:scale>
          <a:sx n="125" d="100"/>
          <a:sy n="125" d="100"/>
        </p:scale>
        <p:origin x="924" y="28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3" d="100"/>
          <a:sy n="93" d="100"/>
        </p:scale>
        <p:origin x="3326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0BC139C3-13D1-4241-8B02-53A9CDFD19C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1" cy="3414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996E18F-1E5B-40CE-BCE3-7CF64A4D04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4271" y="0"/>
            <a:ext cx="4302231" cy="3414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9355A6-9B0B-43FB-B3C1-94068E01BFA9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EE13A1-430A-45F7-879B-DF521BB153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219"/>
            <a:ext cx="4302231" cy="3414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0C8B8EE-5407-420E-8684-DE01CB76258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4271" y="6456219"/>
            <a:ext cx="4302231" cy="3414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0985BC-3B0D-47B9-9C75-E19EE6F2F8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6308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328D45-CD78-E946-97C3-593DC6155472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194175" y="849313"/>
            <a:ext cx="18316575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F362D4-5DD5-1441-A093-8EF5773AF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180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5880" rtl="0" eaLnBrk="1" latinLnBrk="0" hangingPunct="1">
      <a:defRPr sz="1333" kern="1200">
        <a:solidFill>
          <a:schemeClr val="tx1"/>
        </a:solidFill>
        <a:latin typeface="+mn-lt"/>
        <a:ea typeface="+mn-ea"/>
        <a:cs typeface="+mn-cs"/>
      </a:defRPr>
    </a:lvl1pPr>
    <a:lvl2pPr marL="507941" algn="l" defTabSz="1015880" rtl="0" eaLnBrk="1" latinLnBrk="0" hangingPunct="1">
      <a:defRPr sz="1333" kern="1200">
        <a:solidFill>
          <a:schemeClr val="tx1"/>
        </a:solidFill>
        <a:latin typeface="+mn-lt"/>
        <a:ea typeface="+mn-ea"/>
        <a:cs typeface="+mn-cs"/>
      </a:defRPr>
    </a:lvl2pPr>
    <a:lvl3pPr marL="1015880" algn="l" defTabSz="1015880" rtl="0" eaLnBrk="1" latinLnBrk="0" hangingPunct="1">
      <a:defRPr sz="1333" kern="1200">
        <a:solidFill>
          <a:schemeClr val="tx1"/>
        </a:solidFill>
        <a:latin typeface="+mn-lt"/>
        <a:ea typeface="+mn-ea"/>
        <a:cs typeface="+mn-cs"/>
      </a:defRPr>
    </a:lvl3pPr>
    <a:lvl4pPr marL="1523821" algn="l" defTabSz="1015880" rtl="0" eaLnBrk="1" latinLnBrk="0" hangingPunct="1">
      <a:defRPr sz="1333" kern="1200">
        <a:solidFill>
          <a:schemeClr val="tx1"/>
        </a:solidFill>
        <a:latin typeface="+mn-lt"/>
        <a:ea typeface="+mn-ea"/>
        <a:cs typeface="+mn-cs"/>
      </a:defRPr>
    </a:lvl4pPr>
    <a:lvl5pPr marL="2031761" algn="l" defTabSz="1015880" rtl="0" eaLnBrk="1" latinLnBrk="0" hangingPunct="1">
      <a:defRPr sz="1333" kern="1200">
        <a:solidFill>
          <a:schemeClr val="tx1"/>
        </a:solidFill>
        <a:latin typeface="+mn-lt"/>
        <a:ea typeface="+mn-ea"/>
        <a:cs typeface="+mn-cs"/>
      </a:defRPr>
    </a:lvl5pPr>
    <a:lvl6pPr marL="2539700" algn="l" defTabSz="1015880" rtl="0" eaLnBrk="1" latinLnBrk="0" hangingPunct="1">
      <a:defRPr sz="1333" kern="1200">
        <a:solidFill>
          <a:schemeClr val="tx1"/>
        </a:solidFill>
        <a:latin typeface="+mn-lt"/>
        <a:ea typeface="+mn-ea"/>
        <a:cs typeface="+mn-cs"/>
      </a:defRPr>
    </a:lvl6pPr>
    <a:lvl7pPr marL="3047641" algn="l" defTabSz="1015880" rtl="0" eaLnBrk="1" latinLnBrk="0" hangingPunct="1">
      <a:defRPr sz="1333" kern="1200">
        <a:solidFill>
          <a:schemeClr val="tx1"/>
        </a:solidFill>
        <a:latin typeface="+mn-lt"/>
        <a:ea typeface="+mn-ea"/>
        <a:cs typeface="+mn-cs"/>
      </a:defRPr>
    </a:lvl7pPr>
    <a:lvl8pPr marL="3555580" algn="l" defTabSz="1015880" rtl="0" eaLnBrk="1" latinLnBrk="0" hangingPunct="1">
      <a:defRPr sz="1333" kern="1200">
        <a:solidFill>
          <a:schemeClr val="tx1"/>
        </a:solidFill>
        <a:latin typeface="+mn-lt"/>
        <a:ea typeface="+mn-ea"/>
        <a:cs typeface="+mn-cs"/>
      </a:defRPr>
    </a:lvl8pPr>
    <a:lvl9pPr marL="4063521" algn="l" defTabSz="1015880" rtl="0" eaLnBrk="1" latinLnBrk="0" hangingPunct="1">
      <a:defRPr sz="133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225" y="295140"/>
            <a:ext cx="10801350" cy="627850"/>
          </a:xfrm>
        </p:spPr>
        <p:txBody>
          <a:bodyPr anchor="b"/>
          <a:lstStyle>
            <a:lvl1pPr algn="ctr">
              <a:defRPr sz="157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225" y="947203"/>
            <a:ext cx="10801350" cy="435404"/>
          </a:xfrm>
        </p:spPr>
        <p:txBody>
          <a:bodyPr/>
          <a:lstStyle>
            <a:lvl1pPr marL="0" indent="0" algn="ctr">
              <a:buNone/>
              <a:defRPr sz="631"/>
            </a:lvl1pPr>
            <a:lvl2pPr marL="120244" indent="0" algn="ctr">
              <a:buNone/>
              <a:defRPr sz="526"/>
            </a:lvl2pPr>
            <a:lvl3pPr marL="240487" indent="0" algn="ctr">
              <a:buNone/>
              <a:defRPr sz="473"/>
            </a:lvl3pPr>
            <a:lvl4pPr marL="360731" indent="0" algn="ctr">
              <a:buNone/>
              <a:defRPr sz="421"/>
            </a:lvl4pPr>
            <a:lvl5pPr marL="480974" indent="0" algn="ctr">
              <a:buNone/>
              <a:defRPr sz="421"/>
            </a:lvl5pPr>
            <a:lvl6pPr marL="601218" indent="0" algn="ctr">
              <a:buNone/>
              <a:defRPr sz="421"/>
            </a:lvl6pPr>
            <a:lvl7pPr marL="721462" indent="0" algn="ctr">
              <a:buNone/>
              <a:defRPr sz="421"/>
            </a:lvl7pPr>
            <a:lvl8pPr marL="841705" indent="0" algn="ctr">
              <a:buNone/>
              <a:defRPr sz="421"/>
            </a:lvl8pPr>
            <a:lvl9pPr marL="961949" indent="0" algn="ctr">
              <a:buNone/>
              <a:defRPr sz="421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路延，电源管理集成电路设计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497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路延，电源管理集成电路设计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903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623" y="449598"/>
            <a:ext cx="12421553" cy="750164"/>
          </a:xfrm>
        </p:spPr>
        <p:txBody>
          <a:bodyPr anchor="b"/>
          <a:lstStyle>
            <a:lvl1pPr>
              <a:defRPr sz="157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623" y="1206859"/>
            <a:ext cx="12421553" cy="394494"/>
          </a:xfrm>
        </p:spPr>
        <p:txBody>
          <a:bodyPr/>
          <a:lstStyle>
            <a:lvl1pPr marL="0" indent="0">
              <a:buNone/>
              <a:defRPr sz="631">
                <a:solidFill>
                  <a:schemeClr val="tx1">
                    <a:tint val="75000"/>
                  </a:schemeClr>
                </a:solidFill>
              </a:defRPr>
            </a:lvl1pPr>
            <a:lvl2pPr marL="120244" indent="0">
              <a:buNone/>
              <a:defRPr sz="526">
                <a:solidFill>
                  <a:schemeClr val="tx1">
                    <a:tint val="75000"/>
                  </a:schemeClr>
                </a:solidFill>
              </a:defRPr>
            </a:lvl2pPr>
            <a:lvl3pPr marL="240487" indent="0">
              <a:buNone/>
              <a:defRPr sz="473">
                <a:solidFill>
                  <a:schemeClr val="tx1">
                    <a:tint val="75000"/>
                  </a:schemeClr>
                </a:solidFill>
              </a:defRPr>
            </a:lvl3pPr>
            <a:lvl4pPr marL="360731" indent="0">
              <a:buNone/>
              <a:defRPr sz="421">
                <a:solidFill>
                  <a:schemeClr val="tx1">
                    <a:tint val="75000"/>
                  </a:schemeClr>
                </a:solidFill>
              </a:defRPr>
            </a:lvl4pPr>
            <a:lvl5pPr marL="480974" indent="0">
              <a:buNone/>
              <a:defRPr sz="421">
                <a:solidFill>
                  <a:schemeClr val="tx1">
                    <a:tint val="75000"/>
                  </a:schemeClr>
                </a:solidFill>
              </a:defRPr>
            </a:lvl5pPr>
            <a:lvl6pPr marL="601218" indent="0">
              <a:buNone/>
              <a:defRPr sz="421">
                <a:solidFill>
                  <a:schemeClr val="tx1">
                    <a:tint val="75000"/>
                  </a:schemeClr>
                </a:solidFill>
              </a:defRPr>
            </a:lvl6pPr>
            <a:lvl7pPr marL="721462" indent="0">
              <a:buNone/>
              <a:defRPr sz="421">
                <a:solidFill>
                  <a:schemeClr val="tx1">
                    <a:tint val="75000"/>
                  </a:schemeClr>
                </a:solidFill>
              </a:defRPr>
            </a:lvl7pPr>
            <a:lvl8pPr marL="841705" indent="0">
              <a:buNone/>
              <a:defRPr sz="421">
                <a:solidFill>
                  <a:schemeClr val="tx1">
                    <a:tint val="75000"/>
                  </a:schemeClr>
                </a:solidFill>
              </a:defRPr>
            </a:lvl8pPr>
            <a:lvl9pPr marL="961949" indent="0">
              <a:buNone/>
              <a:defRPr sz="42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路延，电源管理集成电路设计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822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124" y="480072"/>
            <a:ext cx="6120765" cy="11442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911" y="480072"/>
            <a:ext cx="6120765" cy="11442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路延，电源管理集成电路设计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138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999" y="96014"/>
            <a:ext cx="12421553" cy="34857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2000" y="442084"/>
            <a:ext cx="6092636" cy="216658"/>
          </a:xfrm>
        </p:spPr>
        <p:txBody>
          <a:bodyPr anchor="b"/>
          <a:lstStyle>
            <a:lvl1pPr marL="0" indent="0">
              <a:buNone/>
              <a:defRPr sz="631" b="1"/>
            </a:lvl1pPr>
            <a:lvl2pPr marL="120244" indent="0">
              <a:buNone/>
              <a:defRPr sz="526" b="1"/>
            </a:lvl2pPr>
            <a:lvl3pPr marL="240487" indent="0">
              <a:buNone/>
              <a:defRPr sz="473" b="1"/>
            </a:lvl3pPr>
            <a:lvl4pPr marL="360731" indent="0">
              <a:buNone/>
              <a:defRPr sz="421" b="1"/>
            </a:lvl4pPr>
            <a:lvl5pPr marL="480974" indent="0">
              <a:buNone/>
              <a:defRPr sz="421" b="1"/>
            </a:lvl5pPr>
            <a:lvl6pPr marL="601218" indent="0">
              <a:buNone/>
              <a:defRPr sz="421" b="1"/>
            </a:lvl6pPr>
            <a:lvl7pPr marL="721462" indent="0">
              <a:buNone/>
              <a:defRPr sz="421" b="1"/>
            </a:lvl7pPr>
            <a:lvl8pPr marL="841705" indent="0">
              <a:buNone/>
              <a:defRPr sz="421" b="1"/>
            </a:lvl8pPr>
            <a:lvl9pPr marL="961949" indent="0">
              <a:buNone/>
              <a:defRPr sz="42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2000" y="658742"/>
            <a:ext cx="6092636" cy="96891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911" y="442084"/>
            <a:ext cx="6122641" cy="216658"/>
          </a:xfrm>
        </p:spPr>
        <p:txBody>
          <a:bodyPr anchor="b"/>
          <a:lstStyle>
            <a:lvl1pPr marL="0" indent="0">
              <a:buNone/>
              <a:defRPr sz="631" b="1"/>
            </a:lvl1pPr>
            <a:lvl2pPr marL="120244" indent="0">
              <a:buNone/>
              <a:defRPr sz="526" b="1"/>
            </a:lvl2pPr>
            <a:lvl3pPr marL="240487" indent="0">
              <a:buNone/>
              <a:defRPr sz="473" b="1"/>
            </a:lvl3pPr>
            <a:lvl4pPr marL="360731" indent="0">
              <a:buNone/>
              <a:defRPr sz="421" b="1"/>
            </a:lvl4pPr>
            <a:lvl5pPr marL="480974" indent="0">
              <a:buNone/>
              <a:defRPr sz="421" b="1"/>
            </a:lvl5pPr>
            <a:lvl6pPr marL="601218" indent="0">
              <a:buNone/>
              <a:defRPr sz="421" b="1"/>
            </a:lvl6pPr>
            <a:lvl7pPr marL="721462" indent="0">
              <a:buNone/>
              <a:defRPr sz="421" b="1"/>
            </a:lvl7pPr>
            <a:lvl8pPr marL="841705" indent="0">
              <a:buNone/>
              <a:defRPr sz="421" b="1"/>
            </a:lvl8pPr>
            <a:lvl9pPr marL="961949" indent="0">
              <a:buNone/>
              <a:defRPr sz="42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911" y="658742"/>
            <a:ext cx="6122641" cy="96891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路延，电源管理集成电路设计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781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路延，电源管理集成电路设计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504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路延，电源管理集成电路设计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419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000" y="120227"/>
            <a:ext cx="4644955" cy="420793"/>
          </a:xfrm>
        </p:spPr>
        <p:txBody>
          <a:bodyPr anchor="b"/>
          <a:lstStyle>
            <a:lvl1pPr>
              <a:defRPr sz="84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2641" y="259656"/>
            <a:ext cx="7290911" cy="1281583"/>
          </a:xfrm>
        </p:spPr>
        <p:txBody>
          <a:bodyPr/>
          <a:lstStyle>
            <a:lvl1pPr>
              <a:defRPr sz="842"/>
            </a:lvl1pPr>
            <a:lvl2pPr>
              <a:defRPr sz="736"/>
            </a:lvl2pPr>
            <a:lvl3pPr>
              <a:defRPr sz="631"/>
            </a:lvl3pPr>
            <a:lvl4pPr>
              <a:defRPr sz="526"/>
            </a:lvl4pPr>
            <a:lvl5pPr>
              <a:defRPr sz="526"/>
            </a:lvl5pPr>
            <a:lvl6pPr>
              <a:defRPr sz="526"/>
            </a:lvl6pPr>
            <a:lvl7pPr>
              <a:defRPr sz="526"/>
            </a:lvl7pPr>
            <a:lvl8pPr>
              <a:defRPr sz="526"/>
            </a:lvl8pPr>
            <a:lvl9pPr>
              <a:defRPr sz="52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2000" y="541020"/>
            <a:ext cx="4644955" cy="1002306"/>
          </a:xfrm>
        </p:spPr>
        <p:txBody>
          <a:bodyPr/>
          <a:lstStyle>
            <a:lvl1pPr marL="0" indent="0">
              <a:buNone/>
              <a:defRPr sz="421"/>
            </a:lvl1pPr>
            <a:lvl2pPr marL="120244" indent="0">
              <a:buNone/>
              <a:defRPr sz="368"/>
            </a:lvl2pPr>
            <a:lvl3pPr marL="240487" indent="0">
              <a:buNone/>
              <a:defRPr sz="316"/>
            </a:lvl3pPr>
            <a:lvl4pPr marL="360731" indent="0">
              <a:buNone/>
              <a:defRPr sz="263"/>
            </a:lvl4pPr>
            <a:lvl5pPr marL="480974" indent="0">
              <a:buNone/>
              <a:defRPr sz="263"/>
            </a:lvl5pPr>
            <a:lvl6pPr marL="601218" indent="0">
              <a:buNone/>
              <a:defRPr sz="263"/>
            </a:lvl6pPr>
            <a:lvl7pPr marL="721462" indent="0">
              <a:buNone/>
              <a:defRPr sz="263"/>
            </a:lvl7pPr>
            <a:lvl8pPr marL="841705" indent="0">
              <a:buNone/>
              <a:defRPr sz="263"/>
            </a:lvl8pPr>
            <a:lvl9pPr marL="961949" indent="0">
              <a:buNone/>
              <a:defRPr sz="26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路延，电源管理集成电路设计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994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000" y="120227"/>
            <a:ext cx="4644955" cy="420793"/>
          </a:xfrm>
        </p:spPr>
        <p:txBody>
          <a:bodyPr anchor="b"/>
          <a:lstStyle>
            <a:lvl1pPr>
              <a:defRPr sz="84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2641" y="259656"/>
            <a:ext cx="7290911" cy="1281583"/>
          </a:xfrm>
        </p:spPr>
        <p:txBody>
          <a:bodyPr anchor="t"/>
          <a:lstStyle>
            <a:lvl1pPr marL="0" indent="0">
              <a:buNone/>
              <a:defRPr sz="842"/>
            </a:lvl1pPr>
            <a:lvl2pPr marL="120244" indent="0">
              <a:buNone/>
              <a:defRPr sz="736"/>
            </a:lvl2pPr>
            <a:lvl3pPr marL="240487" indent="0">
              <a:buNone/>
              <a:defRPr sz="631"/>
            </a:lvl3pPr>
            <a:lvl4pPr marL="360731" indent="0">
              <a:buNone/>
              <a:defRPr sz="526"/>
            </a:lvl4pPr>
            <a:lvl5pPr marL="480974" indent="0">
              <a:buNone/>
              <a:defRPr sz="526"/>
            </a:lvl5pPr>
            <a:lvl6pPr marL="601218" indent="0">
              <a:buNone/>
              <a:defRPr sz="526"/>
            </a:lvl6pPr>
            <a:lvl7pPr marL="721462" indent="0">
              <a:buNone/>
              <a:defRPr sz="526"/>
            </a:lvl7pPr>
            <a:lvl8pPr marL="841705" indent="0">
              <a:buNone/>
              <a:defRPr sz="526"/>
            </a:lvl8pPr>
            <a:lvl9pPr marL="961949" indent="0">
              <a:buNone/>
              <a:defRPr sz="526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2000" y="541020"/>
            <a:ext cx="4644955" cy="1002306"/>
          </a:xfrm>
        </p:spPr>
        <p:txBody>
          <a:bodyPr/>
          <a:lstStyle>
            <a:lvl1pPr marL="0" indent="0">
              <a:buNone/>
              <a:defRPr sz="421"/>
            </a:lvl1pPr>
            <a:lvl2pPr marL="120244" indent="0">
              <a:buNone/>
              <a:defRPr sz="368"/>
            </a:lvl2pPr>
            <a:lvl3pPr marL="240487" indent="0">
              <a:buNone/>
              <a:defRPr sz="316"/>
            </a:lvl3pPr>
            <a:lvl4pPr marL="360731" indent="0">
              <a:buNone/>
              <a:defRPr sz="263"/>
            </a:lvl4pPr>
            <a:lvl5pPr marL="480974" indent="0">
              <a:buNone/>
              <a:defRPr sz="263"/>
            </a:lvl5pPr>
            <a:lvl6pPr marL="601218" indent="0">
              <a:buNone/>
              <a:defRPr sz="263"/>
            </a:lvl6pPr>
            <a:lvl7pPr marL="721462" indent="0">
              <a:buNone/>
              <a:defRPr sz="263"/>
            </a:lvl7pPr>
            <a:lvl8pPr marL="841705" indent="0">
              <a:buNone/>
              <a:defRPr sz="263"/>
            </a:lvl8pPr>
            <a:lvl9pPr marL="961949" indent="0">
              <a:buNone/>
              <a:defRPr sz="26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路延，电源管理集成电路设计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758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路延，电源管理集成电路设计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71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6288" y="96014"/>
            <a:ext cx="3105388" cy="152829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124" y="96014"/>
            <a:ext cx="9136142" cy="152829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路延，电源管理集成电路设计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8479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tint Single column networ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411511" y="363811"/>
            <a:ext cx="13000176" cy="1113562"/>
          </a:xfrm>
        </p:spPr>
        <p:txBody>
          <a:bodyPr>
            <a:normAutofit/>
          </a:bodyPr>
          <a:lstStyle>
            <a:lvl1pPr marL="64418" indent="-64418">
              <a:buClr>
                <a:srgbClr val="186210"/>
              </a:buClr>
              <a:buFont typeface="Arial" panose="020B0604020202020204" pitchFamily="34" charset="0"/>
              <a:buChar char="•"/>
              <a:defRPr sz="751"/>
            </a:lvl1pPr>
            <a:lvl2pPr>
              <a:buClr>
                <a:srgbClr val="186210"/>
              </a:buClr>
              <a:defRPr sz="601"/>
            </a:lvl2pPr>
            <a:lvl3pPr>
              <a:buClr>
                <a:srgbClr val="186210"/>
              </a:buClr>
              <a:defRPr sz="601"/>
            </a:lvl3pPr>
            <a:lvl4pPr>
              <a:buClr>
                <a:srgbClr val="186210"/>
              </a:buClr>
              <a:defRPr sz="601"/>
            </a:lvl4pPr>
            <a:lvl5pPr>
              <a:buClr>
                <a:srgbClr val="186210"/>
              </a:buClr>
              <a:defRPr sz="60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57C7D0E9-8027-DD4D-83DE-6600CE9BE42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3442722" y="1677151"/>
            <a:ext cx="766489" cy="96014"/>
          </a:xfrm>
          <a:prstGeom prst="rect">
            <a:avLst/>
          </a:prstGeom>
        </p:spPr>
        <p:txBody>
          <a:bodyPr/>
          <a:lstStyle>
            <a:lvl1pPr>
              <a:defRPr sz="414">
                <a:solidFill>
                  <a:schemeClr val="bg1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4512726-AA8F-1B77-4D25-026CC612A6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8133" y="1709130"/>
            <a:ext cx="3240407" cy="96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19D56B-D9F7-1129-720D-F50B6CD96F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0600" y="1709130"/>
            <a:ext cx="4860608" cy="96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8" b="1">
                <a:solidFill>
                  <a:srgbClr val="003399"/>
                </a:solidFill>
              </a:defRPr>
            </a:lvl1pPr>
          </a:lstStyle>
          <a:p>
            <a:r>
              <a:rPr lang="zh-CN" altLang="en-US"/>
              <a:t>路延，电源管理集成电路设计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B630E4B-3E06-2B88-CB2B-FA304B3E2819}"/>
              </a:ext>
            </a:extLst>
          </p:cNvPr>
          <p:cNvSpPr txBox="1">
            <a:spLocks/>
          </p:cNvSpPr>
          <p:nvPr userDrawn="1"/>
        </p:nvSpPr>
        <p:spPr>
          <a:xfrm>
            <a:off x="10885889" y="1707894"/>
            <a:ext cx="3240407" cy="96014"/>
          </a:xfrm>
          <a:prstGeom prst="rect">
            <a:avLst/>
          </a:prstGeom>
        </p:spPr>
        <p:txBody>
          <a:bodyPr vert="horz" lIns="34357" tIns="17178" rIns="34357" bIns="17178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DD97BEB-BAEF-0344-9D5C-EC73E478698A}" type="slidenum">
              <a:rPr lang="en-US" sz="338" smtClean="0"/>
              <a:pPr/>
              <a:t>‹#›</a:t>
            </a:fld>
            <a:endParaRPr lang="en-US" sz="338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004CFE-9B98-8D31-33B7-D9F1FFE62762}"/>
              </a:ext>
            </a:extLst>
          </p:cNvPr>
          <p:cNvCxnSpPr/>
          <p:nvPr userDrawn="1"/>
        </p:nvCxnSpPr>
        <p:spPr>
          <a:xfrm>
            <a:off x="338134" y="1707885"/>
            <a:ext cx="1378815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6803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nt Single column networ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411511" y="480072"/>
            <a:ext cx="13000176" cy="997298"/>
          </a:xfrm>
        </p:spPr>
        <p:txBody>
          <a:bodyPr>
            <a:normAutofit/>
          </a:bodyPr>
          <a:lstStyle>
            <a:lvl1pPr marL="64418" indent="-64418">
              <a:buClr>
                <a:srgbClr val="186210"/>
              </a:buClr>
              <a:buFont typeface="Arial" panose="020B0604020202020204" pitchFamily="34" charset="0"/>
              <a:buChar char="•"/>
              <a:defRPr sz="751"/>
            </a:lvl1pPr>
            <a:lvl2pPr>
              <a:buClr>
                <a:srgbClr val="186210"/>
              </a:buClr>
              <a:defRPr sz="601"/>
            </a:lvl2pPr>
            <a:lvl3pPr>
              <a:buClr>
                <a:srgbClr val="186210"/>
              </a:buClr>
              <a:defRPr sz="601"/>
            </a:lvl3pPr>
            <a:lvl4pPr>
              <a:buClr>
                <a:srgbClr val="186210"/>
              </a:buClr>
              <a:defRPr sz="601"/>
            </a:lvl4pPr>
            <a:lvl5pPr>
              <a:buClr>
                <a:srgbClr val="186210"/>
              </a:buClr>
              <a:defRPr sz="60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411511" y="290899"/>
            <a:ext cx="13000176" cy="93836"/>
          </a:xfrm>
        </p:spPr>
        <p:txBody>
          <a:bodyPr>
            <a:normAutofit/>
          </a:bodyPr>
          <a:lstStyle>
            <a:lvl1pPr marL="0" indent="0">
              <a:buNone/>
              <a:defRPr sz="676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57C7D0E9-8027-DD4D-83DE-6600CE9BE42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3442722" y="1677151"/>
            <a:ext cx="766489" cy="96014"/>
          </a:xfrm>
          <a:prstGeom prst="rect">
            <a:avLst/>
          </a:prstGeom>
        </p:spPr>
        <p:txBody>
          <a:bodyPr/>
          <a:lstStyle>
            <a:lvl1pPr>
              <a:defRPr sz="414">
                <a:solidFill>
                  <a:schemeClr val="bg1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B00E715-B01F-7F70-EC45-1240E014B4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8133" y="1709130"/>
            <a:ext cx="3240407" cy="96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64B75CD-79A8-6E88-5651-3696C1F2AF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0600" y="1709130"/>
            <a:ext cx="4860608" cy="96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8" b="1">
                <a:solidFill>
                  <a:srgbClr val="003399"/>
                </a:solidFill>
              </a:defRPr>
            </a:lvl1pPr>
          </a:lstStyle>
          <a:p>
            <a:r>
              <a:rPr lang="zh-CN" altLang="en-US"/>
              <a:t>路延，电源管理集成电路设计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D5AE15C-D417-B332-F359-42C563784715}"/>
              </a:ext>
            </a:extLst>
          </p:cNvPr>
          <p:cNvSpPr txBox="1">
            <a:spLocks/>
          </p:cNvSpPr>
          <p:nvPr userDrawn="1"/>
        </p:nvSpPr>
        <p:spPr>
          <a:xfrm>
            <a:off x="10885889" y="1707894"/>
            <a:ext cx="3240407" cy="96014"/>
          </a:xfrm>
          <a:prstGeom prst="rect">
            <a:avLst/>
          </a:prstGeom>
        </p:spPr>
        <p:txBody>
          <a:bodyPr vert="horz" lIns="34357" tIns="17178" rIns="34357" bIns="17178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DD97BEB-BAEF-0344-9D5C-EC73E478698A}" type="slidenum">
              <a:rPr lang="en-US" sz="338" smtClean="0"/>
              <a:pPr/>
              <a:t>‹#›</a:t>
            </a:fld>
            <a:endParaRPr lang="en-US" sz="338" dirty="0"/>
          </a:p>
        </p:txBody>
      </p:sp>
      <p:cxnSp>
        <p:nvCxnSpPr>
          <p:cNvPr id="8" name="Straight Connector 6">
            <a:extLst>
              <a:ext uri="{FF2B5EF4-FFF2-40B4-BE49-F238E27FC236}">
                <a16:creationId xmlns:a16="http://schemas.microsoft.com/office/drawing/2014/main" id="{659AACD9-3507-2BED-C598-6B5C9B2C4B3A}"/>
              </a:ext>
            </a:extLst>
          </p:cNvPr>
          <p:cNvCxnSpPr/>
          <p:nvPr userDrawn="1"/>
        </p:nvCxnSpPr>
        <p:spPr>
          <a:xfrm>
            <a:off x="338134" y="1707885"/>
            <a:ext cx="1378815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3748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networ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990130" y="480072"/>
            <a:ext cx="6120767" cy="997298"/>
          </a:xfrm>
        </p:spPr>
        <p:txBody>
          <a:bodyPr/>
          <a:lstStyle>
            <a:lvl1pPr marL="64418" indent="-64418">
              <a:buClr>
                <a:srgbClr val="186210"/>
              </a:buClr>
              <a:buFont typeface="Arial" panose="020B0604020202020204" pitchFamily="34" charset="0"/>
              <a:buChar char="•"/>
              <a:defRPr/>
            </a:lvl1pPr>
            <a:lvl2pPr>
              <a:buClr>
                <a:srgbClr val="186210"/>
              </a:buClr>
              <a:defRPr/>
            </a:lvl2pPr>
            <a:lvl3pPr>
              <a:buClr>
                <a:srgbClr val="186210"/>
              </a:buClr>
              <a:defRPr/>
            </a:lvl3pPr>
            <a:lvl4pPr>
              <a:buClr>
                <a:srgbClr val="186210"/>
              </a:buClr>
              <a:defRPr/>
            </a:lvl4pPr>
            <a:lvl5pPr>
              <a:buClr>
                <a:srgbClr val="18621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990128" y="290899"/>
            <a:ext cx="12421552" cy="93836"/>
          </a:xfrm>
        </p:spPr>
        <p:txBody>
          <a:bodyPr>
            <a:normAutofit/>
          </a:bodyPr>
          <a:lstStyle>
            <a:lvl1pPr marL="0" indent="0">
              <a:buNone/>
              <a:defRPr sz="676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BD93F922-DBB1-924F-82DA-99727D3C50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99094" y="480072"/>
            <a:ext cx="6120767" cy="997298"/>
          </a:xfrm>
        </p:spPr>
        <p:txBody>
          <a:bodyPr/>
          <a:lstStyle>
            <a:lvl1pPr marL="64418" indent="-64418">
              <a:buClr>
                <a:srgbClr val="186210"/>
              </a:buClr>
              <a:buFont typeface="Arial" panose="020B0604020202020204" pitchFamily="34" charset="0"/>
              <a:buChar char="•"/>
              <a:defRPr/>
            </a:lvl1pPr>
            <a:lvl2pPr>
              <a:buClr>
                <a:srgbClr val="186210"/>
              </a:buClr>
              <a:defRPr/>
            </a:lvl2pPr>
            <a:lvl3pPr>
              <a:buClr>
                <a:srgbClr val="186210"/>
              </a:buClr>
              <a:defRPr/>
            </a:lvl3pPr>
            <a:lvl4pPr>
              <a:buClr>
                <a:srgbClr val="186210"/>
              </a:buClr>
              <a:defRPr/>
            </a:lvl4pPr>
            <a:lvl5pPr>
              <a:buClr>
                <a:srgbClr val="18621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1CED33AA-2944-0C46-925B-3EFEA4B2225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3442722" y="1677151"/>
            <a:ext cx="766489" cy="96014"/>
          </a:xfrm>
          <a:prstGeom prst="rect">
            <a:avLst/>
          </a:prstGeom>
        </p:spPr>
        <p:txBody>
          <a:bodyPr/>
          <a:lstStyle>
            <a:lvl1pPr>
              <a:defRPr sz="414">
                <a:solidFill>
                  <a:schemeClr val="bg1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B3EC602-DFA3-36F3-DBA4-390055A972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8133" y="1709130"/>
            <a:ext cx="3240407" cy="96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59D1294-DB21-F214-CA7D-E76349FE17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0600" y="1709130"/>
            <a:ext cx="4860608" cy="96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8" b="1">
                <a:solidFill>
                  <a:srgbClr val="003399"/>
                </a:solidFill>
              </a:defRPr>
            </a:lvl1pPr>
          </a:lstStyle>
          <a:p>
            <a:r>
              <a:rPr lang="zh-CN" altLang="en-US"/>
              <a:t>路延，电源管理集成电路设计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5545906-1CEA-3017-9E19-0247C701AB13}"/>
              </a:ext>
            </a:extLst>
          </p:cNvPr>
          <p:cNvSpPr txBox="1">
            <a:spLocks/>
          </p:cNvSpPr>
          <p:nvPr userDrawn="1"/>
        </p:nvSpPr>
        <p:spPr>
          <a:xfrm>
            <a:off x="10885889" y="1707894"/>
            <a:ext cx="3240407" cy="96014"/>
          </a:xfrm>
          <a:prstGeom prst="rect">
            <a:avLst/>
          </a:prstGeom>
        </p:spPr>
        <p:txBody>
          <a:bodyPr vert="horz" lIns="34357" tIns="17178" rIns="34357" bIns="17178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DD97BEB-BAEF-0344-9D5C-EC73E478698A}" type="slidenum">
              <a:rPr lang="en-US" sz="338" smtClean="0"/>
              <a:pPr/>
              <a:t>‹#›</a:t>
            </a:fld>
            <a:endParaRPr lang="en-US" sz="338" dirty="0"/>
          </a:p>
        </p:txBody>
      </p:sp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83392B69-946E-80C2-E6B6-03E107AC2A13}"/>
              </a:ext>
            </a:extLst>
          </p:cNvPr>
          <p:cNvCxnSpPr/>
          <p:nvPr userDrawn="1"/>
        </p:nvCxnSpPr>
        <p:spPr>
          <a:xfrm>
            <a:off x="338134" y="1707885"/>
            <a:ext cx="1378815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8584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7290918" y="746153"/>
            <a:ext cx="6120767" cy="731276"/>
          </a:xfrm>
        </p:spPr>
        <p:txBody>
          <a:bodyPr/>
          <a:lstStyle>
            <a:lvl1pPr marL="0" indent="0">
              <a:buNone/>
              <a:defRPr sz="338" i="1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990130" y="480072"/>
            <a:ext cx="6120767" cy="997298"/>
          </a:xfrm>
        </p:spPr>
        <p:txBody>
          <a:bodyPr/>
          <a:lstStyle>
            <a:lvl1pPr marL="64418" indent="-64418">
              <a:buClr>
                <a:srgbClr val="186210"/>
              </a:buClr>
              <a:buFont typeface="Arial" panose="020B0604020202020204" pitchFamily="34" charset="0"/>
              <a:buChar char="•"/>
              <a:defRPr/>
            </a:lvl1pPr>
            <a:lvl2pPr>
              <a:buClr>
                <a:srgbClr val="186210"/>
              </a:buClr>
              <a:defRPr/>
            </a:lvl2pPr>
            <a:lvl3pPr>
              <a:buClr>
                <a:srgbClr val="186210"/>
              </a:buClr>
              <a:defRPr/>
            </a:lvl3pPr>
            <a:lvl4pPr>
              <a:buClr>
                <a:srgbClr val="186210"/>
              </a:buClr>
              <a:defRPr/>
            </a:lvl4pPr>
            <a:lvl5pPr>
              <a:buClr>
                <a:srgbClr val="18621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90918" y="480072"/>
            <a:ext cx="6120767" cy="266076"/>
          </a:xfrm>
        </p:spPr>
        <p:txBody>
          <a:bodyPr>
            <a:noAutofit/>
          </a:bodyPr>
          <a:lstStyle>
            <a:lvl1pPr marL="0" indent="0">
              <a:buNone/>
              <a:defRPr sz="564"/>
            </a:lvl1pPr>
            <a:lvl2pPr>
              <a:defRPr sz="508"/>
            </a:lvl2pPr>
            <a:lvl3pPr>
              <a:defRPr sz="508"/>
            </a:lvl3pPr>
            <a:lvl4pPr>
              <a:defRPr sz="508"/>
            </a:lvl4pPr>
            <a:lvl5pPr>
              <a:defRPr sz="508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990128" y="290899"/>
            <a:ext cx="12421552" cy="93836"/>
          </a:xfrm>
        </p:spPr>
        <p:txBody>
          <a:bodyPr>
            <a:noAutofit/>
          </a:bodyPr>
          <a:lstStyle>
            <a:lvl1pPr marL="0" indent="0">
              <a:buNone/>
              <a:defRPr sz="676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366A7EB3-7B03-FC45-A9A7-D8C073D3180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3442722" y="1677151"/>
            <a:ext cx="766489" cy="96014"/>
          </a:xfrm>
          <a:prstGeom prst="rect">
            <a:avLst/>
          </a:prstGeom>
        </p:spPr>
        <p:txBody>
          <a:bodyPr/>
          <a:lstStyle>
            <a:lvl1pPr>
              <a:defRPr sz="414">
                <a:solidFill>
                  <a:schemeClr val="bg1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CA70BA-22BF-F9C3-3707-8D3D141E12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511" y="79508"/>
            <a:ext cx="13000176" cy="145506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324D73B-0D29-B555-F0B0-8CAB22CAC8B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338133" y="1709130"/>
            <a:ext cx="3240407" cy="96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770798C-59F9-F8BB-CDBC-ECC73AC69F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0600" y="1709130"/>
            <a:ext cx="4860608" cy="96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8" b="1">
                <a:solidFill>
                  <a:srgbClr val="003399"/>
                </a:solidFill>
              </a:defRPr>
            </a:lvl1pPr>
          </a:lstStyle>
          <a:p>
            <a:r>
              <a:rPr lang="zh-CN" altLang="en-US"/>
              <a:t>路延，电源管理集成电路设计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C68A9DD-2CD2-2E7F-15BC-4453534AC387}"/>
              </a:ext>
            </a:extLst>
          </p:cNvPr>
          <p:cNvSpPr txBox="1">
            <a:spLocks/>
          </p:cNvSpPr>
          <p:nvPr userDrawn="1"/>
        </p:nvSpPr>
        <p:spPr>
          <a:xfrm>
            <a:off x="10885889" y="1707894"/>
            <a:ext cx="3240407" cy="96014"/>
          </a:xfrm>
          <a:prstGeom prst="rect">
            <a:avLst/>
          </a:prstGeom>
        </p:spPr>
        <p:txBody>
          <a:bodyPr vert="horz" lIns="34357" tIns="17178" rIns="34357" bIns="17178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DD97BEB-BAEF-0344-9D5C-EC73E478698A}" type="slidenum">
              <a:rPr lang="en-US" sz="338" smtClean="0"/>
              <a:pPr/>
              <a:t>‹#›</a:t>
            </a:fld>
            <a:endParaRPr lang="en-US" sz="338" dirty="0"/>
          </a:p>
        </p:txBody>
      </p:sp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A9FD36F6-670A-32EF-8ED6-89E282A9A3BD}"/>
              </a:ext>
            </a:extLst>
          </p:cNvPr>
          <p:cNvCxnSpPr/>
          <p:nvPr userDrawn="1"/>
        </p:nvCxnSpPr>
        <p:spPr>
          <a:xfrm>
            <a:off x="338134" y="1707885"/>
            <a:ext cx="1378815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75459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7290918" y="997372"/>
            <a:ext cx="6120767" cy="480058"/>
          </a:xfrm>
        </p:spPr>
        <p:txBody>
          <a:bodyPr/>
          <a:lstStyle>
            <a:lvl1pPr marL="0" indent="0">
              <a:buNone/>
              <a:defRPr sz="338" i="1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990130" y="480072"/>
            <a:ext cx="6120767" cy="997298"/>
          </a:xfrm>
        </p:spPr>
        <p:txBody>
          <a:bodyPr/>
          <a:lstStyle>
            <a:lvl1pPr marL="64418" indent="-64418">
              <a:buClr>
                <a:srgbClr val="186210"/>
              </a:buClr>
              <a:buFont typeface="Arial" panose="020B0604020202020204" pitchFamily="34" charset="0"/>
              <a:buChar char="•"/>
              <a:defRPr/>
            </a:lvl1pPr>
            <a:lvl2pPr>
              <a:buClr>
                <a:srgbClr val="186210"/>
              </a:buClr>
              <a:defRPr/>
            </a:lvl2pPr>
            <a:lvl3pPr>
              <a:buClr>
                <a:srgbClr val="186210"/>
              </a:buClr>
              <a:defRPr/>
            </a:lvl3pPr>
            <a:lvl4pPr>
              <a:buClr>
                <a:srgbClr val="186210"/>
              </a:buClr>
              <a:defRPr/>
            </a:lvl4pPr>
            <a:lvl5pPr>
              <a:buClr>
                <a:srgbClr val="18621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7290918" y="480077"/>
            <a:ext cx="6120767" cy="480058"/>
          </a:xfrm>
        </p:spPr>
        <p:txBody>
          <a:bodyPr/>
          <a:lstStyle>
            <a:lvl1pPr marL="0" indent="0">
              <a:buNone/>
              <a:defRPr sz="338" i="1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990128" y="290899"/>
            <a:ext cx="12421552" cy="93836"/>
          </a:xfrm>
        </p:spPr>
        <p:txBody>
          <a:bodyPr>
            <a:noAutofit/>
          </a:bodyPr>
          <a:lstStyle>
            <a:lvl1pPr marL="0" indent="0">
              <a:buNone/>
              <a:defRPr sz="676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CBA09223-DACC-7342-8F84-F78D476A397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3442722" y="1677151"/>
            <a:ext cx="766489" cy="96014"/>
          </a:xfrm>
          <a:prstGeom prst="rect">
            <a:avLst/>
          </a:prstGeom>
        </p:spPr>
        <p:txBody>
          <a:bodyPr/>
          <a:lstStyle>
            <a:lvl1pPr>
              <a:defRPr sz="414">
                <a:solidFill>
                  <a:schemeClr val="bg1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C3DB4EC-D1FF-807C-997F-3AB0BE217B13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338133" y="1709130"/>
            <a:ext cx="3240407" cy="96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75D78-0808-9198-3EDE-9560482B58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0600" y="1709130"/>
            <a:ext cx="4860608" cy="96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8" b="1">
                <a:solidFill>
                  <a:srgbClr val="003399"/>
                </a:solidFill>
              </a:defRPr>
            </a:lvl1pPr>
          </a:lstStyle>
          <a:p>
            <a:r>
              <a:rPr lang="zh-CN" altLang="en-US"/>
              <a:t>路延，电源管理集成电路设计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3F867-2986-17FA-383F-CEA72A476A79}"/>
              </a:ext>
            </a:extLst>
          </p:cNvPr>
          <p:cNvSpPr txBox="1">
            <a:spLocks/>
          </p:cNvSpPr>
          <p:nvPr userDrawn="1"/>
        </p:nvSpPr>
        <p:spPr>
          <a:xfrm>
            <a:off x="10885889" y="1707894"/>
            <a:ext cx="3240407" cy="96014"/>
          </a:xfrm>
          <a:prstGeom prst="rect">
            <a:avLst/>
          </a:prstGeom>
        </p:spPr>
        <p:txBody>
          <a:bodyPr vert="horz" lIns="34357" tIns="17178" rIns="34357" bIns="17178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DD97BEB-BAEF-0344-9D5C-EC73E478698A}" type="slidenum">
              <a:rPr lang="en-US" sz="338" smtClean="0"/>
              <a:pPr/>
              <a:t>‹#›</a:t>
            </a:fld>
            <a:endParaRPr lang="en-US" sz="338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0C6346-C3D0-0DE8-063D-C76C1379E525}"/>
              </a:ext>
            </a:extLst>
          </p:cNvPr>
          <p:cNvCxnSpPr/>
          <p:nvPr userDrawn="1"/>
        </p:nvCxnSpPr>
        <p:spPr>
          <a:xfrm>
            <a:off x="338134" y="1707885"/>
            <a:ext cx="1378815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51443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text w Right image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00EDFA8-9961-1D49-A5D6-8F1F78A12D1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00905" y="146261"/>
            <a:ext cx="6830744" cy="1393239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rgbClr val="0065A1"/>
                </a:solidFill>
              </a:defRPr>
            </a:lvl1pPr>
          </a:lstStyle>
          <a:p>
            <a:r>
              <a:rPr lang="en-US" dirty="0"/>
              <a:t>Click to insert image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990130" y="480072"/>
            <a:ext cx="6120767" cy="997298"/>
          </a:xfrm>
        </p:spPr>
        <p:txBody>
          <a:bodyPr/>
          <a:lstStyle>
            <a:lvl1pPr marL="64418" indent="-64418">
              <a:buClr>
                <a:srgbClr val="186210"/>
              </a:buClr>
              <a:buFont typeface="Arial" panose="020B0604020202020204" pitchFamily="34" charset="0"/>
              <a:buChar char="•"/>
              <a:defRPr/>
            </a:lvl1pPr>
            <a:lvl2pPr>
              <a:buClr>
                <a:srgbClr val="186210"/>
              </a:buClr>
              <a:defRPr/>
            </a:lvl2pPr>
            <a:lvl3pPr>
              <a:buClr>
                <a:srgbClr val="186210"/>
              </a:buClr>
              <a:defRPr/>
            </a:lvl3pPr>
            <a:lvl4pPr>
              <a:buClr>
                <a:srgbClr val="186210"/>
              </a:buClr>
              <a:defRPr/>
            </a:lvl4pPr>
            <a:lvl5pPr>
              <a:buClr>
                <a:srgbClr val="18621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990130" y="290899"/>
            <a:ext cx="6120767" cy="93836"/>
          </a:xfrm>
        </p:spPr>
        <p:txBody>
          <a:bodyPr>
            <a:normAutofit/>
          </a:bodyPr>
          <a:lstStyle>
            <a:lvl1pPr marL="0" indent="0">
              <a:buNone/>
              <a:defRPr sz="676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9F3ECD8E-79C6-B646-8363-0327EEAA270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3442722" y="1677151"/>
            <a:ext cx="766489" cy="96014"/>
          </a:xfrm>
          <a:prstGeom prst="rect">
            <a:avLst/>
          </a:prstGeom>
        </p:spPr>
        <p:txBody>
          <a:bodyPr/>
          <a:lstStyle>
            <a:lvl1pPr>
              <a:defRPr sz="414">
                <a:solidFill>
                  <a:schemeClr val="bg1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7BAC08-2BF6-6991-DAD1-AE9A1EC2D1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511" y="79508"/>
            <a:ext cx="13000176" cy="145506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624AD1D-CB18-ED4A-B7C7-7F0FE1E2AF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8133" y="1709130"/>
            <a:ext cx="3240407" cy="96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DFE8C-2B98-7136-BDDF-115B9F4F5B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0600" y="1709130"/>
            <a:ext cx="4860608" cy="96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8" b="1">
                <a:solidFill>
                  <a:srgbClr val="003399"/>
                </a:solidFill>
              </a:defRPr>
            </a:lvl1pPr>
          </a:lstStyle>
          <a:p>
            <a:r>
              <a:rPr lang="zh-CN" altLang="en-US"/>
              <a:t>路延，电源管理集成电路设计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3B802-E5C2-0A83-3D23-5C8342B69171}"/>
              </a:ext>
            </a:extLst>
          </p:cNvPr>
          <p:cNvSpPr txBox="1">
            <a:spLocks/>
          </p:cNvSpPr>
          <p:nvPr userDrawn="1"/>
        </p:nvSpPr>
        <p:spPr>
          <a:xfrm>
            <a:off x="10885889" y="1707894"/>
            <a:ext cx="3240407" cy="96014"/>
          </a:xfrm>
          <a:prstGeom prst="rect">
            <a:avLst/>
          </a:prstGeom>
        </p:spPr>
        <p:txBody>
          <a:bodyPr vert="horz" lIns="34357" tIns="17178" rIns="34357" bIns="17178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DD97BEB-BAEF-0344-9D5C-EC73E478698A}" type="slidenum">
              <a:rPr lang="en-US" sz="338" smtClean="0"/>
              <a:pPr/>
              <a:t>‹#›</a:t>
            </a:fld>
            <a:endParaRPr lang="en-US" sz="338" dirty="0"/>
          </a:p>
        </p:txBody>
      </p:sp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21F44A86-2B25-8FF1-82D4-DF9EE8B88B23}"/>
              </a:ext>
            </a:extLst>
          </p:cNvPr>
          <p:cNvCxnSpPr/>
          <p:nvPr userDrawn="1"/>
        </p:nvCxnSpPr>
        <p:spPr>
          <a:xfrm>
            <a:off x="338134" y="1707885"/>
            <a:ext cx="1378815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2212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, Text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990130" y="477523"/>
            <a:ext cx="6120767" cy="999855"/>
          </a:xfrm>
        </p:spPr>
        <p:txBody>
          <a:bodyPr/>
          <a:lstStyle>
            <a:lvl1pPr marL="0" indent="0">
              <a:buNone/>
              <a:defRPr sz="338" i="1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7290918" y="746156"/>
            <a:ext cx="6120767" cy="731219"/>
          </a:xfrm>
        </p:spPr>
        <p:txBody>
          <a:bodyPr/>
          <a:lstStyle>
            <a:lvl1pPr marL="64418" indent="-64418">
              <a:buClr>
                <a:srgbClr val="186210"/>
              </a:buClr>
              <a:buFont typeface="Arial" panose="020B0604020202020204" pitchFamily="34" charset="0"/>
              <a:buChar char="•"/>
              <a:defRPr/>
            </a:lvl1pPr>
            <a:lvl2pPr>
              <a:buClr>
                <a:srgbClr val="186210"/>
              </a:buClr>
              <a:defRPr/>
            </a:lvl2pPr>
            <a:lvl3pPr>
              <a:buClr>
                <a:srgbClr val="186210"/>
              </a:buClr>
              <a:defRPr/>
            </a:lvl3pPr>
            <a:lvl4pPr>
              <a:buClr>
                <a:srgbClr val="186210"/>
              </a:buClr>
              <a:defRPr/>
            </a:lvl4pPr>
            <a:lvl5pPr>
              <a:buClr>
                <a:srgbClr val="18621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90918" y="480072"/>
            <a:ext cx="6120767" cy="266076"/>
          </a:xfrm>
        </p:spPr>
        <p:txBody>
          <a:bodyPr>
            <a:noAutofit/>
          </a:bodyPr>
          <a:lstStyle>
            <a:lvl1pPr marL="0" indent="0">
              <a:buNone/>
              <a:defRPr sz="564"/>
            </a:lvl1pPr>
            <a:lvl2pPr>
              <a:defRPr sz="508"/>
            </a:lvl2pPr>
            <a:lvl3pPr>
              <a:defRPr sz="508"/>
            </a:lvl3pPr>
            <a:lvl4pPr>
              <a:defRPr sz="508"/>
            </a:lvl4pPr>
            <a:lvl5pPr>
              <a:defRPr sz="508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ut.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990128" y="290899"/>
            <a:ext cx="12421552" cy="93836"/>
          </a:xfrm>
        </p:spPr>
        <p:txBody>
          <a:bodyPr>
            <a:noAutofit/>
          </a:bodyPr>
          <a:lstStyle>
            <a:lvl1pPr marL="0" indent="0">
              <a:buNone/>
              <a:defRPr sz="676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A000A78-946C-8E44-AD84-1CBFBD22A37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3442722" y="1677151"/>
            <a:ext cx="766489" cy="96014"/>
          </a:xfrm>
          <a:prstGeom prst="rect">
            <a:avLst/>
          </a:prstGeom>
        </p:spPr>
        <p:txBody>
          <a:bodyPr/>
          <a:lstStyle>
            <a:lvl1pPr>
              <a:defRPr sz="414">
                <a:solidFill>
                  <a:schemeClr val="bg1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181002-7FAD-662F-2685-ED3CC09FBD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511" y="79508"/>
            <a:ext cx="13000176" cy="145506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C4EA11D-8AB0-41FF-4BBA-97BF9496A82D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338133" y="1709130"/>
            <a:ext cx="3240407" cy="96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B770088-1C75-E36B-09C1-E41CD73A0D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0600" y="1709130"/>
            <a:ext cx="4860608" cy="96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8" b="1">
                <a:solidFill>
                  <a:srgbClr val="003399"/>
                </a:solidFill>
              </a:defRPr>
            </a:lvl1pPr>
          </a:lstStyle>
          <a:p>
            <a:r>
              <a:rPr lang="zh-CN" altLang="en-US"/>
              <a:t>路延，电源管理集成电路设计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7D55906-874D-DAD2-6EC8-7C0C69451980}"/>
              </a:ext>
            </a:extLst>
          </p:cNvPr>
          <p:cNvSpPr txBox="1">
            <a:spLocks/>
          </p:cNvSpPr>
          <p:nvPr userDrawn="1"/>
        </p:nvSpPr>
        <p:spPr>
          <a:xfrm>
            <a:off x="10885889" y="1707894"/>
            <a:ext cx="3240407" cy="96014"/>
          </a:xfrm>
          <a:prstGeom prst="rect">
            <a:avLst/>
          </a:prstGeom>
        </p:spPr>
        <p:txBody>
          <a:bodyPr vert="horz" lIns="34357" tIns="17178" rIns="34357" bIns="17178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DD97BEB-BAEF-0344-9D5C-EC73E478698A}" type="slidenum">
              <a:rPr lang="en-US" sz="338" smtClean="0"/>
              <a:pPr/>
              <a:t>‹#›</a:t>
            </a:fld>
            <a:endParaRPr lang="en-US" sz="338" dirty="0"/>
          </a:p>
        </p:txBody>
      </p:sp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9266F2F2-46A1-5128-8E64-A40B50B58380}"/>
              </a:ext>
            </a:extLst>
          </p:cNvPr>
          <p:cNvCxnSpPr/>
          <p:nvPr userDrawn="1"/>
        </p:nvCxnSpPr>
        <p:spPr>
          <a:xfrm>
            <a:off x="338134" y="1707885"/>
            <a:ext cx="1378815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75149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7290918" y="1001130"/>
            <a:ext cx="6120767" cy="476300"/>
          </a:xfrm>
        </p:spPr>
        <p:txBody>
          <a:bodyPr/>
          <a:lstStyle>
            <a:lvl1pPr marL="0" indent="0">
              <a:buNone/>
              <a:defRPr sz="338" i="1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990130" y="480077"/>
            <a:ext cx="6120767" cy="482106"/>
          </a:xfrm>
        </p:spPr>
        <p:txBody>
          <a:bodyPr/>
          <a:lstStyle>
            <a:lvl1pPr marL="64418" indent="-64418">
              <a:buClr>
                <a:srgbClr val="186210"/>
              </a:buClr>
              <a:buFont typeface="Arial" panose="020B0604020202020204" pitchFamily="34" charset="0"/>
              <a:buChar char="•"/>
              <a:defRPr/>
            </a:lvl1pPr>
            <a:lvl2pPr>
              <a:buClr>
                <a:srgbClr val="186210"/>
              </a:buClr>
              <a:defRPr/>
            </a:lvl2pPr>
            <a:lvl3pPr>
              <a:buClr>
                <a:srgbClr val="186210"/>
              </a:buClr>
              <a:defRPr/>
            </a:lvl3pPr>
            <a:lvl4pPr>
              <a:buClr>
                <a:srgbClr val="186210"/>
              </a:buClr>
              <a:defRPr/>
            </a:lvl4pPr>
            <a:lvl5pPr>
              <a:buClr>
                <a:srgbClr val="18621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7290918" y="485883"/>
            <a:ext cx="6120767" cy="476300"/>
          </a:xfrm>
        </p:spPr>
        <p:txBody>
          <a:bodyPr/>
          <a:lstStyle>
            <a:lvl1pPr marL="0" indent="0">
              <a:buNone/>
              <a:defRPr sz="338" i="1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990130" y="1001130"/>
            <a:ext cx="6120767" cy="476300"/>
          </a:xfrm>
        </p:spPr>
        <p:txBody>
          <a:bodyPr/>
          <a:lstStyle>
            <a:lvl1pPr marL="0" indent="0">
              <a:buNone/>
              <a:defRPr sz="338" i="1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990128" y="290899"/>
            <a:ext cx="12421552" cy="93836"/>
          </a:xfrm>
        </p:spPr>
        <p:txBody>
          <a:bodyPr>
            <a:noAutofit/>
          </a:bodyPr>
          <a:lstStyle>
            <a:lvl1pPr marL="0" indent="0">
              <a:buNone/>
              <a:defRPr sz="676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7958B13B-BA3F-D747-97DB-6CE3F334A39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3442722" y="1677151"/>
            <a:ext cx="766489" cy="96014"/>
          </a:xfrm>
          <a:prstGeom prst="rect">
            <a:avLst/>
          </a:prstGeom>
        </p:spPr>
        <p:txBody>
          <a:bodyPr/>
          <a:lstStyle>
            <a:lvl1pPr>
              <a:defRPr sz="414">
                <a:solidFill>
                  <a:schemeClr val="bg1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3EBE86-52C6-46A1-E99B-9626B95409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511" y="79508"/>
            <a:ext cx="13000176" cy="145506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3BBEDBE-F9E4-7D25-9910-83601DDB1040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338133" y="1709130"/>
            <a:ext cx="3240407" cy="96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A771F40-B9FB-E996-7C36-ACE1435DB8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0600" y="1709130"/>
            <a:ext cx="4860608" cy="96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8" b="1">
                <a:solidFill>
                  <a:srgbClr val="003399"/>
                </a:solidFill>
              </a:defRPr>
            </a:lvl1pPr>
          </a:lstStyle>
          <a:p>
            <a:r>
              <a:rPr lang="zh-CN" altLang="en-US"/>
              <a:t>路延，电源管理集成电路设计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8DDA831-7B9A-9442-A90A-A4866DD1E4C9}"/>
              </a:ext>
            </a:extLst>
          </p:cNvPr>
          <p:cNvSpPr txBox="1">
            <a:spLocks/>
          </p:cNvSpPr>
          <p:nvPr userDrawn="1"/>
        </p:nvSpPr>
        <p:spPr>
          <a:xfrm>
            <a:off x="10885889" y="1707894"/>
            <a:ext cx="3240407" cy="96014"/>
          </a:xfrm>
          <a:prstGeom prst="rect">
            <a:avLst/>
          </a:prstGeom>
        </p:spPr>
        <p:txBody>
          <a:bodyPr vert="horz" lIns="34357" tIns="17178" rIns="34357" bIns="17178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DD97BEB-BAEF-0344-9D5C-EC73E478698A}" type="slidenum">
              <a:rPr lang="en-US" sz="338" smtClean="0"/>
              <a:pPr/>
              <a:t>‹#›</a:t>
            </a:fld>
            <a:endParaRPr lang="en-US" sz="338" dirty="0"/>
          </a:p>
        </p:txBody>
      </p:sp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2ECD9B8A-467B-D4D7-123D-624F9D9FBAC9}"/>
              </a:ext>
            </a:extLst>
          </p:cNvPr>
          <p:cNvCxnSpPr/>
          <p:nvPr userDrawn="1"/>
        </p:nvCxnSpPr>
        <p:spPr>
          <a:xfrm>
            <a:off x="338134" y="1707885"/>
            <a:ext cx="1378815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0082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990134" y="480072"/>
            <a:ext cx="4755748" cy="997298"/>
          </a:xfrm>
        </p:spPr>
        <p:txBody>
          <a:bodyPr/>
          <a:lstStyle>
            <a:lvl1pPr marL="64418" indent="-64418">
              <a:buClr>
                <a:srgbClr val="186210"/>
              </a:buClr>
              <a:buFont typeface="Arial" panose="020B0604020202020204" pitchFamily="34" charset="0"/>
              <a:buChar char="•"/>
              <a:defRPr/>
            </a:lvl1pPr>
            <a:lvl2pPr>
              <a:buClr>
                <a:srgbClr val="186210"/>
              </a:buClr>
              <a:defRPr/>
            </a:lvl2pPr>
            <a:lvl3pPr>
              <a:buClr>
                <a:srgbClr val="186210"/>
              </a:buClr>
              <a:defRPr/>
            </a:lvl3pPr>
            <a:lvl4pPr>
              <a:buClr>
                <a:srgbClr val="186210"/>
              </a:buClr>
              <a:defRPr/>
            </a:lvl4pPr>
            <a:lvl5pPr>
              <a:buClr>
                <a:srgbClr val="18621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4" hasCustomPrompt="1"/>
          </p:nvPr>
        </p:nvSpPr>
        <p:spPr>
          <a:xfrm>
            <a:off x="5968589" y="480072"/>
            <a:ext cx="7443096" cy="997298"/>
          </a:xfrm>
        </p:spPr>
        <p:txBody>
          <a:bodyPr>
            <a:normAutofit/>
          </a:bodyPr>
          <a:lstStyle>
            <a:lvl1pPr marL="0" indent="0">
              <a:buNone/>
              <a:defRPr sz="338" i="1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990128" y="290899"/>
            <a:ext cx="12421552" cy="93836"/>
          </a:xfrm>
        </p:spPr>
        <p:txBody>
          <a:bodyPr>
            <a:noAutofit/>
          </a:bodyPr>
          <a:lstStyle>
            <a:lvl1pPr marL="0" indent="0">
              <a:buNone/>
              <a:defRPr sz="676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477AC17C-0574-5C4B-B582-55BB29E8833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3442722" y="1677151"/>
            <a:ext cx="766489" cy="96014"/>
          </a:xfrm>
          <a:prstGeom prst="rect">
            <a:avLst/>
          </a:prstGeom>
        </p:spPr>
        <p:txBody>
          <a:bodyPr/>
          <a:lstStyle>
            <a:lvl1pPr>
              <a:defRPr sz="414">
                <a:solidFill>
                  <a:schemeClr val="bg1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1EA89BD-BA4D-D212-9ABC-7DF60057E5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8133" y="1709130"/>
            <a:ext cx="3240407" cy="96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15E0430-FD4B-2E91-F72D-9E6C2A5C2B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0600" y="1709130"/>
            <a:ext cx="4860608" cy="96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8" b="1">
                <a:solidFill>
                  <a:srgbClr val="003399"/>
                </a:solidFill>
              </a:defRPr>
            </a:lvl1pPr>
          </a:lstStyle>
          <a:p>
            <a:r>
              <a:rPr lang="zh-CN" altLang="en-US"/>
              <a:t>路延，电源管理集成电路设计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0C67F91-9F2E-66E8-51BF-3E641EDE562B}"/>
              </a:ext>
            </a:extLst>
          </p:cNvPr>
          <p:cNvSpPr txBox="1">
            <a:spLocks/>
          </p:cNvSpPr>
          <p:nvPr userDrawn="1"/>
        </p:nvSpPr>
        <p:spPr>
          <a:xfrm>
            <a:off x="10885889" y="1707894"/>
            <a:ext cx="3240407" cy="96014"/>
          </a:xfrm>
          <a:prstGeom prst="rect">
            <a:avLst/>
          </a:prstGeom>
        </p:spPr>
        <p:txBody>
          <a:bodyPr vert="horz" lIns="34357" tIns="17178" rIns="34357" bIns="17178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DD97BEB-BAEF-0344-9D5C-EC73E478698A}" type="slidenum">
              <a:rPr lang="en-US" sz="338" smtClean="0"/>
              <a:pPr/>
              <a:t>‹#›</a:t>
            </a:fld>
            <a:endParaRPr lang="en-US" sz="338" dirty="0"/>
          </a:p>
        </p:txBody>
      </p:sp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80C81343-E06C-1712-D811-BA8A57160203}"/>
              </a:ext>
            </a:extLst>
          </p:cNvPr>
          <p:cNvCxnSpPr/>
          <p:nvPr userDrawn="1"/>
        </p:nvCxnSpPr>
        <p:spPr>
          <a:xfrm>
            <a:off x="338134" y="1707885"/>
            <a:ext cx="1378815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77240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7290918" y="480072"/>
            <a:ext cx="6120767" cy="997298"/>
          </a:xfrm>
        </p:spPr>
        <p:txBody>
          <a:bodyPr/>
          <a:lstStyle>
            <a:lvl1pPr marL="64418" indent="-64418">
              <a:buClr>
                <a:srgbClr val="186210"/>
              </a:buClr>
              <a:buFont typeface="Arial" panose="020B0604020202020204" pitchFamily="34" charset="0"/>
              <a:buChar char="•"/>
              <a:defRPr/>
            </a:lvl1pPr>
            <a:lvl2pPr>
              <a:buClr>
                <a:srgbClr val="186210"/>
              </a:buClr>
              <a:defRPr/>
            </a:lvl2pPr>
            <a:lvl3pPr>
              <a:buClr>
                <a:srgbClr val="186210"/>
              </a:buClr>
              <a:defRPr/>
            </a:lvl3pPr>
            <a:lvl4pPr>
              <a:buClr>
                <a:srgbClr val="186210"/>
              </a:buClr>
              <a:defRPr/>
            </a:lvl4pPr>
            <a:lvl5pPr>
              <a:buClr>
                <a:srgbClr val="18621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990130" y="1259282"/>
            <a:ext cx="6120767" cy="218088"/>
          </a:xfrm>
        </p:spPr>
        <p:txBody>
          <a:bodyPr>
            <a:noAutofit/>
          </a:bodyPr>
          <a:lstStyle>
            <a:lvl1pPr marL="0" indent="0">
              <a:buNone/>
              <a:defRPr sz="564"/>
            </a:lvl1pPr>
            <a:lvl2pPr>
              <a:defRPr sz="508"/>
            </a:lvl2pPr>
            <a:lvl3pPr>
              <a:defRPr sz="508"/>
            </a:lvl3pPr>
            <a:lvl4pPr>
              <a:defRPr sz="508"/>
            </a:lvl4pPr>
            <a:lvl5pPr>
              <a:defRPr sz="508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ut.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990130" y="480077"/>
            <a:ext cx="6120767" cy="779209"/>
          </a:xfrm>
        </p:spPr>
        <p:txBody>
          <a:bodyPr>
            <a:normAutofit/>
          </a:bodyPr>
          <a:lstStyle>
            <a:lvl1pPr marL="0" indent="0">
              <a:buNone/>
              <a:defRPr sz="338" i="1" baseline="0"/>
            </a:lvl1pPr>
          </a:lstStyle>
          <a:p>
            <a:r>
              <a:rPr lang="en-US" dirty="0"/>
              <a:t>Insert Photo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990128" y="290899"/>
            <a:ext cx="12421552" cy="93836"/>
          </a:xfrm>
        </p:spPr>
        <p:txBody>
          <a:bodyPr>
            <a:noAutofit/>
          </a:bodyPr>
          <a:lstStyle>
            <a:lvl1pPr marL="0" indent="0">
              <a:buNone/>
              <a:defRPr sz="676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EE670519-881F-7B4B-8E4F-D23FBE3085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3442722" y="1677151"/>
            <a:ext cx="766489" cy="96014"/>
          </a:xfrm>
          <a:prstGeom prst="rect">
            <a:avLst/>
          </a:prstGeom>
        </p:spPr>
        <p:txBody>
          <a:bodyPr/>
          <a:lstStyle>
            <a:lvl1pPr>
              <a:defRPr sz="414">
                <a:solidFill>
                  <a:schemeClr val="bg1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DD13FF-5191-97BF-76A8-21E779DA06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511" y="79508"/>
            <a:ext cx="13000176" cy="145506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15B7B-7A36-7F2D-7CF4-B5612465D4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8133" y="1709130"/>
            <a:ext cx="3240407" cy="96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F6C01-49ED-A566-CC5E-4DBF79ABA4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0600" y="1709130"/>
            <a:ext cx="4860608" cy="96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8" b="1">
                <a:solidFill>
                  <a:srgbClr val="003399"/>
                </a:solidFill>
              </a:defRPr>
            </a:lvl1pPr>
          </a:lstStyle>
          <a:p>
            <a:r>
              <a:rPr lang="zh-CN" altLang="en-US"/>
              <a:t>路延，电源管理集成电路设计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F64D7-5102-9128-E606-90BECFDDCD81}"/>
              </a:ext>
            </a:extLst>
          </p:cNvPr>
          <p:cNvSpPr txBox="1">
            <a:spLocks/>
          </p:cNvSpPr>
          <p:nvPr userDrawn="1"/>
        </p:nvSpPr>
        <p:spPr>
          <a:xfrm>
            <a:off x="10885889" y="1707894"/>
            <a:ext cx="3240407" cy="96014"/>
          </a:xfrm>
          <a:prstGeom prst="rect">
            <a:avLst/>
          </a:prstGeom>
        </p:spPr>
        <p:txBody>
          <a:bodyPr vert="horz" lIns="34357" tIns="17178" rIns="34357" bIns="17178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DD97BEB-BAEF-0344-9D5C-EC73E478698A}" type="slidenum">
              <a:rPr lang="en-US" sz="338" smtClean="0"/>
              <a:pPr/>
              <a:t>‹#›</a:t>
            </a:fld>
            <a:endParaRPr lang="en-US" sz="338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8E2707A-879F-DB24-EDAD-877A0FD6CB9D}"/>
              </a:ext>
            </a:extLst>
          </p:cNvPr>
          <p:cNvCxnSpPr/>
          <p:nvPr userDrawn="1"/>
        </p:nvCxnSpPr>
        <p:spPr>
          <a:xfrm>
            <a:off x="338134" y="1707885"/>
            <a:ext cx="1378815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89558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Bullets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990130" y="1053539"/>
            <a:ext cx="6120767" cy="423836"/>
          </a:xfrm>
        </p:spPr>
        <p:txBody>
          <a:bodyPr/>
          <a:lstStyle>
            <a:lvl1pPr marL="64418" indent="-64418">
              <a:buClr>
                <a:srgbClr val="186210"/>
              </a:buClr>
              <a:buFont typeface="Arial" panose="020B0604020202020204" pitchFamily="34" charset="0"/>
              <a:buChar char="•"/>
              <a:defRPr/>
            </a:lvl1pPr>
            <a:lvl2pPr>
              <a:buClr>
                <a:srgbClr val="186210"/>
              </a:buClr>
              <a:defRPr/>
            </a:lvl2pPr>
            <a:lvl3pPr>
              <a:buClr>
                <a:srgbClr val="186210"/>
              </a:buClr>
              <a:defRPr/>
            </a:lvl3pPr>
            <a:lvl4pPr>
              <a:buClr>
                <a:srgbClr val="186210"/>
              </a:buClr>
              <a:defRPr/>
            </a:lvl4pPr>
            <a:lvl5pPr>
              <a:buClr>
                <a:srgbClr val="18621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990128" y="480077"/>
            <a:ext cx="12421552" cy="545710"/>
          </a:xfrm>
        </p:spPr>
        <p:txBody>
          <a:bodyPr numCol="2" spcCol="274320">
            <a:normAutofit/>
          </a:bodyPr>
          <a:lstStyle>
            <a:lvl1pPr marL="0" indent="0">
              <a:buNone/>
              <a:defRPr sz="564"/>
            </a:lvl1pPr>
            <a:lvl2pPr>
              <a:defRPr sz="508"/>
            </a:lvl2pPr>
            <a:lvl3pPr>
              <a:defRPr sz="508"/>
            </a:lvl3pPr>
            <a:lvl4pPr>
              <a:defRPr sz="508"/>
            </a:lvl4pPr>
            <a:lvl5pPr>
              <a:defRPr sz="508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</a:t>
            </a:r>
            <a:r>
              <a:rPr lang="en-US" dirty="0" err="1"/>
              <a:t>sunt</a:t>
            </a:r>
            <a:r>
              <a:rPr lang="en-US" dirty="0"/>
              <a:t> in culpa qui.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7290918" y="1053539"/>
            <a:ext cx="6120767" cy="423836"/>
          </a:xfrm>
        </p:spPr>
        <p:txBody>
          <a:bodyPr>
            <a:normAutofit/>
          </a:bodyPr>
          <a:lstStyle>
            <a:lvl1pPr marL="0" indent="0">
              <a:buNone/>
              <a:defRPr sz="338" i="1" baseline="0"/>
            </a:lvl1pPr>
          </a:lstStyle>
          <a:p>
            <a:r>
              <a:rPr lang="en-US" dirty="0"/>
              <a:t>Insert Photo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990128" y="290899"/>
            <a:ext cx="12421552" cy="93836"/>
          </a:xfrm>
        </p:spPr>
        <p:txBody>
          <a:bodyPr>
            <a:noAutofit/>
          </a:bodyPr>
          <a:lstStyle>
            <a:lvl1pPr marL="0" indent="0">
              <a:buNone/>
              <a:defRPr sz="676" b="1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8E91CE11-79D2-204C-AFE6-ADE185C52BF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3442722" y="1677151"/>
            <a:ext cx="766489" cy="96014"/>
          </a:xfrm>
          <a:prstGeom prst="rect">
            <a:avLst/>
          </a:prstGeom>
        </p:spPr>
        <p:txBody>
          <a:bodyPr/>
          <a:lstStyle>
            <a:lvl1pPr>
              <a:defRPr sz="414">
                <a:solidFill>
                  <a:schemeClr val="bg1"/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C5B877-6E18-8562-4879-761AFBD546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511" y="79508"/>
            <a:ext cx="13000176" cy="145506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C1ABE-28A6-7063-F7FC-A0DB3A0981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8133" y="1709130"/>
            <a:ext cx="3240407" cy="96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3FC77-25D9-D45C-7AD1-19E52BCCAE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0600" y="1709130"/>
            <a:ext cx="4860608" cy="96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8" b="1">
                <a:solidFill>
                  <a:srgbClr val="003399"/>
                </a:solidFill>
              </a:defRPr>
            </a:lvl1pPr>
          </a:lstStyle>
          <a:p>
            <a:r>
              <a:rPr lang="zh-CN" altLang="en-US"/>
              <a:t>路延，电源管理集成电路设计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06DE5-7FC3-6D9E-1433-765872567E8D}"/>
              </a:ext>
            </a:extLst>
          </p:cNvPr>
          <p:cNvSpPr txBox="1">
            <a:spLocks/>
          </p:cNvSpPr>
          <p:nvPr userDrawn="1"/>
        </p:nvSpPr>
        <p:spPr>
          <a:xfrm>
            <a:off x="10885889" y="1707894"/>
            <a:ext cx="3240407" cy="96014"/>
          </a:xfrm>
          <a:prstGeom prst="rect">
            <a:avLst/>
          </a:prstGeom>
        </p:spPr>
        <p:txBody>
          <a:bodyPr vert="horz" lIns="34357" tIns="17178" rIns="34357" bIns="17178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DD97BEB-BAEF-0344-9D5C-EC73E478698A}" type="slidenum">
              <a:rPr lang="en-US" sz="338" smtClean="0"/>
              <a:pPr/>
              <a:t>‹#›</a:t>
            </a:fld>
            <a:endParaRPr lang="en-US" sz="338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6EE3B43-9972-5F36-D526-C5843BB719C3}"/>
              </a:ext>
            </a:extLst>
          </p:cNvPr>
          <p:cNvCxnSpPr/>
          <p:nvPr userDrawn="1"/>
        </p:nvCxnSpPr>
        <p:spPr>
          <a:xfrm>
            <a:off x="338134" y="1707885"/>
            <a:ext cx="1378815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22244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A305905-52D1-4526-91AE-8F042D4EB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681717" y="1670842"/>
            <a:ext cx="720092" cy="128019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85000"/>
              </a:lnSpc>
              <a:buClr>
                <a:schemeClr val="tx1"/>
              </a:buClr>
              <a:buSzPct val="125000"/>
              <a:buFontTx/>
              <a:buNone/>
              <a:defRPr sz="451" b="1">
                <a:solidFill>
                  <a:srgbClr val="002060"/>
                </a:solidFill>
                <a:latin typeface="+mn-lt"/>
              </a:defRPr>
            </a:lvl1pPr>
          </a:lstStyle>
          <a:p>
            <a:pPr>
              <a:defRPr/>
            </a:pPr>
            <a:fld id="{F43AAB09-90EA-47E9-8E7C-4FF2FE584850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B6FA47-29E5-57C9-4679-770F4C138A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511" y="79508"/>
            <a:ext cx="13000176" cy="145506"/>
          </a:xfrm>
        </p:spPr>
        <p:txBody>
          <a:bodyPr/>
          <a:lstStyle>
            <a:lvl1pPr>
              <a:defRPr sz="1052"/>
            </a:lvl1pPr>
          </a:lstStyle>
          <a:p>
            <a:r>
              <a:rPr lang="en-US" dirty="0"/>
              <a:t>Topic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BDAF679F-6065-5103-E5EC-48A3D29D3A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1511" y="363811"/>
            <a:ext cx="13000176" cy="1113562"/>
          </a:xfrm>
        </p:spPr>
        <p:txBody>
          <a:bodyPr>
            <a:normAutofit/>
          </a:bodyPr>
          <a:lstStyle>
            <a:lvl1pPr marL="64418" indent="-64418">
              <a:buClr>
                <a:srgbClr val="186210"/>
              </a:buClr>
              <a:buFont typeface="Arial" panose="020B0604020202020204" pitchFamily="34" charset="0"/>
              <a:buChar char="•"/>
              <a:defRPr sz="751"/>
            </a:lvl1pPr>
            <a:lvl2pPr>
              <a:buClr>
                <a:srgbClr val="186210"/>
              </a:buClr>
              <a:defRPr sz="601"/>
            </a:lvl2pPr>
            <a:lvl3pPr>
              <a:buClr>
                <a:srgbClr val="186210"/>
              </a:buClr>
              <a:defRPr sz="601"/>
            </a:lvl3pPr>
            <a:lvl4pPr>
              <a:buClr>
                <a:srgbClr val="186210"/>
              </a:buClr>
              <a:defRPr sz="601"/>
            </a:lvl4pPr>
            <a:lvl5pPr>
              <a:buClr>
                <a:srgbClr val="186210"/>
              </a:buClr>
              <a:defRPr sz="60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C56C0CF-62BC-4710-E429-F9EB90B5A0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8133" y="1709130"/>
            <a:ext cx="3240407" cy="96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57136-86F2-0EE8-4DD1-5F7AF2A8E5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0600" y="1709130"/>
            <a:ext cx="4860608" cy="96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8" b="1">
                <a:solidFill>
                  <a:srgbClr val="003399"/>
                </a:solidFill>
              </a:defRPr>
            </a:lvl1pPr>
          </a:lstStyle>
          <a:p>
            <a:r>
              <a:rPr lang="zh-CN" altLang="en-US"/>
              <a:t>路延，电源管理集成电路设计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7DC7D-AE2C-DC50-87F9-7B20443B6324}"/>
              </a:ext>
            </a:extLst>
          </p:cNvPr>
          <p:cNvSpPr txBox="1">
            <a:spLocks/>
          </p:cNvSpPr>
          <p:nvPr userDrawn="1"/>
        </p:nvSpPr>
        <p:spPr>
          <a:xfrm>
            <a:off x="10885889" y="1707894"/>
            <a:ext cx="3240407" cy="96014"/>
          </a:xfrm>
          <a:prstGeom prst="rect">
            <a:avLst/>
          </a:prstGeom>
        </p:spPr>
        <p:txBody>
          <a:bodyPr vert="horz" lIns="34357" tIns="17178" rIns="34357" bIns="17178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DD97BEB-BAEF-0344-9D5C-EC73E478698A}" type="slidenum">
              <a:rPr lang="en-US" sz="338" smtClean="0"/>
              <a:pPr/>
              <a:t>‹#›</a:t>
            </a:fld>
            <a:endParaRPr lang="en-US" sz="338" dirty="0"/>
          </a:p>
        </p:txBody>
      </p:sp>
      <p:cxnSp>
        <p:nvCxnSpPr>
          <p:cNvPr id="8" name="Straight Connector 6">
            <a:extLst>
              <a:ext uri="{FF2B5EF4-FFF2-40B4-BE49-F238E27FC236}">
                <a16:creationId xmlns:a16="http://schemas.microsoft.com/office/drawing/2014/main" id="{3A139CBD-7D64-68B3-7EBD-B987ED259158}"/>
              </a:ext>
            </a:extLst>
          </p:cNvPr>
          <p:cNvCxnSpPr/>
          <p:nvPr userDrawn="1"/>
        </p:nvCxnSpPr>
        <p:spPr>
          <a:xfrm>
            <a:off x="338134" y="1707885"/>
            <a:ext cx="1378815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8898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124" y="96014"/>
            <a:ext cx="12421553" cy="348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124" y="480072"/>
            <a:ext cx="12421553" cy="11442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124" y="1671485"/>
            <a:ext cx="3240405" cy="96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596" y="1671485"/>
            <a:ext cx="4860608" cy="96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路延，电源管理集成电路设计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1271" y="1671485"/>
            <a:ext cx="3240405" cy="96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D97BEB-BAEF-0344-9D5C-EC73E478698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076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705" r:id="rId12"/>
    <p:sldLayoutId id="2147483694" r:id="rId13"/>
    <p:sldLayoutId id="2147483675" r:id="rId14"/>
    <p:sldLayoutId id="2147483665" r:id="rId15"/>
    <p:sldLayoutId id="2147483674" r:id="rId16"/>
    <p:sldLayoutId id="2147483699" r:id="rId17"/>
    <p:sldLayoutId id="2147483676" r:id="rId18"/>
    <p:sldLayoutId id="2147483677" r:id="rId19"/>
    <p:sldLayoutId id="2147483678" r:id="rId20"/>
    <p:sldLayoutId id="2147483679" r:id="rId21"/>
    <p:sldLayoutId id="2147483682" r:id="rId22"/>
    <p:sldLayoutId id="2147483704" r:id="rId23"/>
  </p:sldLayoutIdLst>
  <p:hf hdr="0" dt="0"/>
  <p:txStyles>
    <p:titleStyle>
      <a:lvl1pPr algn="l" defTabSz="240487" rtl="0" eaLnBrk="1" latinLnBrk="0" hangingPunct="1">
        <a:lnSpc>
          <a:spcPct val="90000"/>
        </a:lnSpc>
        <a:spcBef>
          <a:spcPct val="0"/>
        </a:spcBef>
        <a:buNone/>
        <a:defRPr sz="115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122" indent="-60122" algn="l" defTabSz="240487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6" kern="1200">
          <a:solidFill>
            <a:schemeClr val="tx1"/>
          </a:solidFill>
          <a:latin typeface="+mn-lt"/>
          <a:ea typeface="+mn-ea"/>
          <a:cs typeface="+mn-cs"/>
        </a:defRPr>
      </a:lvl1pPr>
      <a:lvl2pPr marL="180365" indent="-60122" algn="l" defTabSz="240487" rtl="0" eaLnBrk="1" latinLnBrk="0" hangingPunct="1">
        <a:lnSpc>
          <a:spcPct val="90000"/>
        </a:lnSpc>
        <a:spcBef>
          <a:spcPts val="132"/>
        </a:spcBef>
        <a:buFont typeface="Arial" panose="020B0604020202020204" pitchFamily="34" charset="0"/>
        <a:buChar char="•"/>
        <a:defRPr sz="631" kern="1200">
          <a:solidFill>
            <a:schemeClr val="tx1"/>
          </a:solidFill>
          <a:latin typeface="+mn-lt"/>
          <a:ea typeface="+mn-ea"/>
          <a:cs typeface="+mn-cs"/>
        </a:defRPr>
      </a:lvl2pPr>
      <a:lvl3pPr marL="300609" indent="-60122" algn="l" defTabSz="240487" rtl="0" eaLnBrk="1" latinLnBrk="0" hangingPunct="1">
        <a:lnSpc>
          <a:spcPct val="90000"/>
        </a:lnSpc>
        <a:spcBef>
          <a:spcPts val="132"/>
        </a:spcBef>
        <a:buFont typeface="Arial" panose="020B0604020202020204" pitchFamily="34" charset="0"/>
        <a:buChar char="•"/>
        <a:defRPr sz="526" kern="1200">
          <a:solidFill>
            <a:schemeClr val="tx1"/>
          </a:solidFill>
          <a:latin typeface="+mn-lt"/>
          <a:ea typeface="+mn-ea"/>
          <a:cs typeface="+mn-cs"/>
        </a:defRPr>
      </a:lvl3pPr>
      <a:lvl4pPr marL="420853" indent="-60122" algn="l" defTabSz="240487" rtl="0" eaLnBrk="1" latinLnBrk="0" hangingPunct="1">
        <a:lnSpc>
          <a:spcPct val="90000"/>
        </a:lnSpc>
        <a:spcBef>
          <a:spcPts val="132"/>
        </a:spcBef>
        <a:buFont typeface="Arial" panose="020B0604020202020204" pitchFamily="34" charset="0"/>
        <a:buChar char="•"/>
        <a:defRPr sz="473" kern="1200">
          <a:solidFill>
            <a:schemeClr val="tx1"/>
          </a:solidFill>
          <a:latin typeface="+mn-lt"/>
          <a:ea typeface="+mn-ea"/>
          <a:cs typeface="+mn-cs"/>
        </a:defRPr>
      </a:lvl4pPr>
      <a:lvl5pPr marL="541096" indent="-60122" algn="l" defTabSz="240487" rtl="0" eaLnBrk="1" latinLnBrk="0" hangingPunct="1">
        <a:lnSpc>
          <a:spcPct val="90000"/>
        </a:lnSpc>
        <a:spcBef>
          <a:spcPts val="132"/>
        </a:spcBef>
        <a:buFont typeface="Arial" panose="020B0604020202020204" pitchFamily="34" charset="0"/>
        <a:buChar char="•"/>
        <a:defRPr sz="473" kern="1200">
          <a:solidFill>
            <a:schemeClr val="tx1"/>
          </a:solidFill>
          <a:latin typeface="+mn-lt"/>
          <a:ea typeface="+mn-ea"/>
          <a:cs typeface="+mn-cs"/>
        </a:defRPr>
      </a:lvl5pPr>
      <a:lvl6pPr marL="661340" indent="-60122" algn="l" defTabSz="240487" rtl="0" eaLnBrk="1" latinLnBrk="0" hangingPunct="1">
        <a:lnSpc>
          <a:spcPct val="90000"/>
        </a:lnSpc>
        <a:spcBef>
          <a:spcPts val="132"/>
        </a:spcBef>
        <a:buFont typeface="Arial" panose="020B0604020202020204" pitchFamily="34" charset="0"/>
        <a:buChar char="•"/>
        <a:defRPr sz="473" kern="1200">
          <a:solidFill>
            <a:schemeClr val="tx1"/>
          </a:solidFill>
          <a:latin typeface="+mn-lt"/>
          <a:ea typeface="+mn-ea"/>
          <a:cs typeface="+mn-cs"/>
        </a:defRPr>
      </a:lvl6pPr>
      <a:lvl7pPr marL="781583" indent="-60122" algn="l" defTabSz="240487" rtl="0" eaLnBrk="1" latinLnBrk="0" hangingPunct="1">
        <a:lnSpc>
          <a:spcPct val="90000"/>
        </a:lnSpc>
        <a:spcBef>
          <a:spcPts val="132"/>
        </a:spcBef>
        <a:buFont typeface="Arial" panose="020B0604020202020204" pitchFamily="34" charset="0"/>
        <a:buChar char="•"/>
        <a:defRPr sz="473" kern="1200">
          <a:solidFill>
            <a:schemeClr val="tx1"/>
          </a:solidFill>
          <a:latin typeface="+mn-lt"/>
          <a:ea typeface="+mn-ea"/>
          <a:cs typeface="+mn-cs"/>
        </a:defRPr>
      </a:lvl7pPr>
      <a:lvl8pPr marL="901827" indent="-60122" algn="l" defTabSz="240487" rtl="0" eaLnBrk="1" latinLnBrk="0" hangingPunct="1">
        <a:lnSpc>
          <a:spcPct val="90000"/>
        </a:lnSpc>
        <a:spcBef>
          <a:spcPts val="132"/>
        </a:spcBef>
        <a:buFont typeface="Arial" panose="020B0604020202020204" pitchFamily="34" charset="0"/>
        <a:buChar char="•"/>
        <a:defRPr sz="473" kern="1200">
          <a:solidFill>
            <a:schemeClr val="tx1"/>
          </a:solidFill>
          <a:latin typeface="+mn-lt"/>
          <a:ea typeface="+mn-ea"/>
          <a:cs typeface="+mn-cs"/>
        </a:defRPr>
      </a:lvl8pPr>
      <a:lvl9pPr marL="1022071" indent="-60122" algn="l" defTabSz="240487" rtl="0" eaLnBrk="1" latinLnBrk="0" hangingPunct="1">
        <a:lnSpc>
          <a:spcPct val="90000"/>
        </a:lnSpc>
        <a:spcBef>
          <a:spcPts val="132"/>
        </a:spcBef>
        <a:buFont typeface="Arial" panose="020B0604020202020204" pitchFamily="34" charset="0"/>
        <a:buChar char="•"/>
        <a:defRPr sz="4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487" rtl="0" eaLnBrk="1" latinLnBrk="0" hangingPunct="1">
        <a:defRPr sz="473" kern="1200">
          <a:solidFill>
            <a:schemeClr val="tx1"/>
          </a:solidFill>
          <a:latin typeface="+mn-lt"/>
          <a:ea typeface="+mn-ea"/>
          <a:cs typeface="+mn-cs"/>
        </a:defRPr>
      </a:lvl1pPr>
      <a:lvl2pPr marL="120244" algn="l" defTabSz="240487" rtl="0" eaLnBrk="1" latinLnBrk="0" hangingPunct="1">
        <a:defRPr sz="473" kern="1200">
          <a:solidFill>
            <a:schemeClr val="tx1"/>
          </a:solidFill>
          <a:latin typeface="+mn-lt"/>
          <a:ea typeface="+mn-ea"/>
          <a:cs typeface="+mn-cs"/>
        </a:defRPr>
      </a:lvl2pPr>
      <a:lvl3pPr marL="240487" algn="l" defTabSz="240487" rtl="0" eaLnBrk="1" latinLnBrk="0" hangingPunct="1">
        <a:defRPr sz="473" kern="1200">
          <a:solidFill>
            <a:schemeClr val="tx1"/>
          </a:solidFill>
          <a:latin typeface="+mn-lt"/>
          <a:ea typeface="+mn-ea"/>
          <a:cs typeface="+mn-cs"/>
        </a:defRPr>
      </a:lvl3pPr>
      <a:lvl4pPr marL="360731" algn="l" defTabSz="240487" rtl="0" eaLnBrk="1" latinLnBrk="0" hangingPunct="1">
        <a:defRPr sz="473" kern="1200">
          <a:solidFill>
            <a:schemeClr val="tx1"/>
          </a:solidFill>
          <a:latin typeface="+mn-lt"/>
          <a:ea typeface="+mn-ea"/>
          <a:cs typeface="+mn-cs"/>
        </a:defRPr>
      </a:lvl4pPr>
      <a:lvl5pPr marL="480974" algn="l" defTabSz="240487" rtl="0" eaLnBrk="1" latinLnBrk="0" hangingPunct="1">
        <a:defRPr sz="473" kern="1200">
          <a:solidFill>
            <a:schemeClr val="tx1"/>
          </a:solidFill>
          <a:latin typeface="+mn-lt"/>
          <a:ea typeface="+mn-ea"/>
          <a:cs typeface="+mn-cs"/>
        </a:defRPr>
      </a:lvl5pPr>
      <a:lvl6pPr marL="601218" algn="l" defTabSz="240487" rtl="0" eaLnBrk="1" latinLnBrk="0" hangingPunct="1">
        <a:defRPr sz="473" kern="1200">
          <a:solidFill>
            <a:schemeClr val="tx1"/>
          </a:solidFill>
          <a:latin typeface="+mn-lt"/>
          <a:ea typeface="+mn-ea"/>
          <a:cs typeface="+mn-cs"/>
        </a:defRPr>
      </a:lvl6pPr>
      <a:lvl7pPr marL="721462" algn="l" defTabSz="240487" rtl="0" eaLnBrk="1" latinLnBrk="0" hangingPunct="1">
        <a:defRPr sz="473" kern="1200">
          <a:solidFill>
            <a:schemeClr val="tx1"/>
          </a:solidFill>
          <a:latin typeface="+mn-lt"/>
          <a:ea typeface="+mn-ea"/>
          <a:cs typeface="+mn-cs"/>
        </a:defRPr>
      </a:lvl7pPr>
      <a:lvl8pPr marL="841705" algn="l" defTabSz="240487" rtl="0" eaLnBrk="1" latinLnBrk="0" hangingPunct="1">
        <a:defRPr sz="473" kern="1200">
          <a:solidFill>
            <a:schemeClr val="tx1"/>
          </a:solidFill>
          <a:latin typeface="+mn-lt"/>
          <a:ea typeface="+mn-ea"/>
          <a:cs typeface="+mn-cs"/>
        </a:defRPr>
      </a:lvl8pPr>
      <a:lvl9pPr marL="961949" algn="l" defTabSz="240487" rtl="0" eaLnBrk="1" latinLnBrk="0" hangingPunct="1">
        <a:defRPr sz="4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6.png"/><Relationship Id="rId26" Type="http://schemas.openxmlformats.org/officeDocument/2006/relationships/image" Target="../media/image23.png"/><Relationship Id="rId3" Type="http://schemas.openxmlformats.org/officeDocument/2006/relationships/image" Target="../media/image2.png"/><Relationship Id="rId21" Type="http://schemas.microsoft.com/office/2007/relationships/hdphoto" Target="../media/hdphoto2.wdp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microsoft.com/office/2007/relationships/hdphoto" Target="../media/hdphoto1.wdp"/><Relationship Id="rId25" Type="http://schemas.openxmlformats.org/officeDocument/2006/relationships/image" Target="../media/image2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8.png"/><Relationship Id="rId29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1.png"/><Relationship Id="rId5" Type="http://schemas.openxmlformats.org/officeDocument/2006/relationships/image" Target="../media/image4.emf"/><Relationship Id="rId15" Type="http://schemas.openxmlformats.org/officeDocument/2006/relationships/image" Target="../media/image14.png"/><Relationship Id="rId23" Type="http://schemas.openxmlformats.org/officeDocument/2006/relationships/image" Target="../media/image20.png"/><Relationship Id="rId28" Type="http://schemas.openxmlformats.org/officeDocument/2006/relationships/image" Target="../media/image25.png"/><Relationship Id="rId10" Type="http://schemas.openxmlformats.org/officeDocument/2006/relationships/image" Target="../media/image9.png"/><Relationship Id="rId19" Type="http://schemas.openxmlformats.org/officeDocument/2006/relationships/image" Target="../media/image17.png"/><Relationship Id="rId31" Type="http://schemas.openxmlformats.org/officeDocument/2006/relationships/image" Target="../media/image2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19.png"/><Relationship Id="rId27" Type="http://schemas.openxmlformats.org/officeDocument/2006/relationships/image" Target="../media/image24.png"/><Relationship Id="rId30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EA5301C-0085-B594-5873-9B5387313EB4}"/>
              </a:ext>
            </a:extLst>
          </p:cNvPr>
          <p:cNvGrpSpPr/>
          <p:nvPr/>
        </p:nvGrpSpPr>
        <p:grpSpPr>
          <a:xfrm>
            <a:off x="611321" y="552668"/>
            <a:ext cx="13062054" cy="694755"/>
            <a:chOff x="592098" y="535604"/>
            <a:chExt cx="13062054" cy="694755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2287BBE9-297C-5C20-B72C-E2E9EAA792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690" r="33875" b="10931"/>
            <a:stretch/>
          </p:blipFill>
          <p:spPr>
            <a:xfrm>
              <a:off x="11644420" y="535604"/>
              <a:ext cx="953552" cy="665205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BF5C3596-DE45-7EC0-990E-214DC234CF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5872008" y="659954"/>
              <a:ext cx="665205" cy="445908"/>
            </a:xfrm>
            <a:prstGeom prst="rect">
              <a:avLst/>
            </a:prstGeom>
          </p:spPr>
        </p:pic>
        <p:pic>
          <p:nvPicPr>
            <p:cNvPr id="22" name="图片 21" descr="图片包含 图形用户界面&#10;&#10;描述已自动生成">
              <a:extLst>
                <a:ext uri="{FF2B5EF4-FFF2-40B4-BE49-F238E27FC236}">
                  <a16:creationId xmlns:a16="http://schemas.microsoft.com/office/drawing/2014/main" id="{953B72D7-831B-9B4E-0F32-352E3FBADE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5824" t="6528"/>
            <a:stretch/>
          </p:blipFill>
          <p:spPr>
            <a:xfrm>
              <a:off x="13039604" y="535604"/>
              <a:ext cx="614548" cy="665205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7E55ADE3-8097-BC8E-460C-BA4F44825B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876" r="46254" b="6237"/>
            <a:stretch/>
          </p:blipFill>
          <p:spPr>
            <a:xfrm>
              <a:off x="11005162" y="535605"/>
              <a:ext cx="626915" cy="672515"/>
            </a:xfrm>
            <a:prstGeom prst="rect">
              <a:avLst/>
            </a:prstGeom>
          </p:spPr>
        </p:pic>
        <p:pic>
          <p:nvPicPr>
            <p:cNvPr id="29" name="图片 28" descr="电脑萤幕画面&#10;&#10;描述已自动生成">
              <a:extLst>
                <a:ext uri="{FF2B5EF4-FFF2-40B4-BE49-F238E27FC236}">
                  <a16:creationId xmlns:a16="http://schemas.microsoft.com/office/drawing/2014/main" id="{AC7A6E67-2D26-B52A-8EC6-DF332B4E60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7788" b="7203"/>
            <a:stretch/>
          </p:blipFill>
          <p:spPr>
            <a:xfrm>
              <a:off x="7546080" y="544080"/>
              <a:ext cx="837813" cy="676107"/>
            </a:xfrm>
            <a:prstGeom prst="rect">
              <a:avLst/>
            </a:prstGeom>
          </p:spPr>
        </p:pic>
        <p:pic>
          <p:nvPicPr>
            <p:cNvPr id="31" name="图片 30" descr="电脑萤幕画面&#10;&#10;低可信度描述已自动生成">
              <a:extLst>
                <a:ext uri="{FF2B5EF4-FFF2-40B4-BE49-F238E27FC236}">
                  <a16:creationId xmlns:a16="http://schemas.microsoft.com/office/drawing/2014/main" id="{8691C56E-B1DB-23D8-F0E1-B66A98F5C9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6842" b="9304"/>
            <a:stretch/>
          </p:blipFill>
          <p:spPr>
            <a:xfrm>
              <a:off x="9516444" y="547973"/>
              <a:ext cx="811235" cy="667534"/>
            </a:xfrm>
            <a:prstGeom prst="rect">
              <a:avLst/>
            </a:prstGeom>
          </p:spPr>
        </p:pic>
        <p:pic>
          <p:nvPicPr>
            <p:cNvPr id="33" name="图片 32" descr="电脑屏幕的照片上有文字&#10;&#10;中度可信度描述已自动生成">
              <a:extLst>
                <a:ext uri="{FF2B5EF4-FFF2-40B4-BE49-F238E27FC236}">
                  <a16:creationId xmlns:a16="http://schemas.microsoft.com/office/drawing/2014/main" id="{72D80698-2207-E82A-9AD3-7F407497C8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7249" b="8534"/>
            <a:stretch/>
          </p:blipFill>
          <p:spPr>
            <a:xfrm>
              <a:off x="8375225" y="538210"/>
              <a:ext cx="732373" cy="677297"/>
            </a:xfrm>
            <a:prstGeom prst="rect">
              <a:avLst/>
            </a:prstGeom>
          </p:spPr>
        </p:pic>
        <p:pic>
          <p:nvPicPr>
            <p:cNvPr id="35" name="图片 34" descr="日程表&#10;&#10;描述已自动生成">
              <a:extLst>
                <a:ext uri="{FF2B5EF4-FFF2-40B4-BE49-F238E27FC236}">
                  <a16:creationId xmlns:a16="http://schemas.microsoft.com/office/drawing/2014/main" id="{6754C0F1-DC1E-7D89-1E80-8B3904C5FB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t="1" r="6019" b="9460"/>
            <a:stretch/>
          </p:blipFill>
          <p:spPr>
            <a:xfrm rot="5400000">
              <a:off x="8976307" y="684958"/>
              <a:ext cx="671428" cy="389673"/>
            </a:xfrm>
            <a:prstGeom prst="rect">
              <a:avLst/>
            </a:prstGeom>
          </p:spPr>
        </p:pic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F37515D2-75B6-0F80-1EC0-5CD394538D23}"/>
                </a:ext>
              </a:extLst>
            </p:cNvPr>
            <p:cNvSpPr txBox="1"/>
            <p:nvPr/>
          </p:nvSpPr>
          <p:spPr>
            <a:xfrm>
              <a:off x="11944386" y="795231"/>
              <a:ext cx="304123" cy="169855"/>
            </a:xfrm>
            <a:prstGeom prst="rect">
              <a:avLst/>
            </a:prstGeom>
            <a:solidFill>
              <a:schemeClr val="bg1">
                <a:lumMod val="65000"/>
                <a:alpha val="70000"/>
              </a:schemeClr>
            </a:solidFill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Z. Tong</a:t>
              </a:r>
            </a:p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ISSCC 2023</a:t>
              </a:r>
            </a:p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JSSC 2025</a:t>
              </a:r>
              <a:endParaRPr lang="zh-CN" altLang="en-US" sz="368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51073F55-91DE-2DF7-B2FC-DC8F0C2B688B}"/>
                </a:ext>
              </a:extLst>
            </p:cNvPr>
            <p:cNvSpPr txBox="1"/>
            <p:nvPr/>
          </p:nvSpPr>
          <p:spPr>
            <a:xfrm>
              <a:off x="9751011" y="795274"/>
              <a:ext cx="313984" cy="169769"/>
            </a:xfrm>
            <a:prstGeom prst="rect">
              <a:avLst/>
            </a:prstGeom>
            <a:solidFill>
              <a:schemeClr val="bg1">
                <a:lumMod val="65000"/>
                <a:alpha val="70000"/>
              </a:schemeClr>
            </a:solidFill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W. Yang</a:t>
              </a:r>
            </a:p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ISSCC 2025</a:t>
              </a:r>
            </a:p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JSSC 2025</a:t>
              </a:r>
              <a:endParaRPr lang="zh-CN" altLang="en-US" sz="368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2F0B36B3-0D44-9383-B2EA-AEF3615AB5D1}"/>
                </a:ext>
              </a:extLst>
            </p:cNvPr>
            <p:cNvSpPr txBox="1"/>
            <p:nvPr/>
          </p:nvSpPr>
          <p:spPr>
            <a:xfrm>
              <a:off x="9147298" y="795231"/>
              <a:ext cx="301057" cy="169855"/>
            </a:xfrm>
            <a:prstGeom prst="rect">
              <a:avLst/>
            </a:prstGeom>
            <a:solidFill>
              <a:schemeClr val="bg1">
                <a:lumMod val="65000"/>
                <a:alpha val="70000"/>
              </a:schemeClr>
            </a:solidFill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F. Song</a:t>
              </a:r>
            </a:p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ISSCC 2025</a:t>
              </a:r>
            </a:p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JSSC 2025</a:t>
              </a:r>
              <a:endParaRPr lang="zh-CN" altLang="en-US" sz="368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356A5DE5-D378-B90E-1BEE-0623AC83EA43}"/>
                </a:ext>
              </a:extLst>
            </p:cNvPr>
            <p:cNvSpPr txBox="1"/>
            <p:nvPr/>
          </p:nvSpPr>
          <p:spPr>
            <a:xfrm>
              <a:off x="7810818" y="823569"/>
              <a:ext cx="296784" cy="113179"/>
            </a:xfrm>
            <a:prstGeom prst="rect">
              <a:avLst/>
            </a:prstGeom>
            <a:solidFill>
              <a:schemeClr val="bg1">
                <a:lumMod val="65000"/>
                <a:alpha val="70000"/>
              </a:schemeClr>
            </a:solidFill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Z. Tong</a:t>
              </a:r>
            </a:p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ISSCC 2025</a:t>
              </a:r>
              <a:endParaRPr lang="zh-CN" altLang="en-US" sz="368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8CBCFB61-171E-8BCC-16D6-645820077AE4}"/>
                </a:ext>
              </a:extLst>
            </p:cNvPr>
            <p:cNvSpPr txBox="1"/>
            <p:nvPr/>
          </p:nvSpPr>
          <p:spPr>
            <a:xfrm>
              <a:off x="13155755" y="823540"/>
              <a:ext cx="301724" cy="113236"/>
            </a:xfrm>
            <a:prstGeom prst="rect">
              <a:avLst/>
            </a:prstGeom>
            <a:solidFill>
              <a:schemeClr val="bg1">
                <a:lumMod val="65000"/>
                <a:alpha val="70000"/>
              </a:schemeClr>
            </a:solidFill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X. Mao</a:t>
              </a:r>
            </a:p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CICC 2024</a:t>
              </a:r>
              <a:endParaRPr lang="zh-CN" altLang="en-US" sz="368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749627D4-4EF5-2FBA-5587-336527A3B5A8}"/>
                </a:ext>
              </a:extLst>
            </p:cNvPr>
            <p:cNvSpPr txBox="1"/>
            <p:nvPr/>
          </p:nvSpPr>
          <p:spPr>
            <a:xfrm>
              <a:off x="8575610" y="823569"/>
              <a:ext cx="302573" cy="113179"/>
            </a:xfrm>
            <a:prstGeom prst="rect">
              <a:avLst/>
            </a:prstGeom>
            <a:solidFill>
              <a:schemeClr val="bg1">
                <a:lumMod val="65000"/>
                <a:alpha val="70000"/>
              </a:schemeClr>
            </a:solidFill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J. Huang</a:t>
              </a:r>
            </a:p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ISSCC 2025</a:t>
              </a:r>
              <a:endParaRPr lang="zh-CN" altLang="en-US" sz="368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EFD7B1E3-F209-5971-F5A0-80D817250872}"/>
                </a:ext>
              </a:extLst>
            </p:cNvPr>
            <p:cNvSpPr txBox="1"/>
            <p:nvPr/>
          </p:nvSpPr>
          <p:spPr>
            <a:xfrm>
              <a:off x="6056314" y="795274"/>
              <a:ext cx="280343" cy="169769"/>
            </a:xfrm>
            <a:prstGeom prst="rect">
              <a:avLst/>
            </a:prstGeom>
            <a:solidFill>
              <a:schemeClr val="bg1">
                <a:lumMod val="65000"/>
                <a:alpha val="70000"/>
              </a:schemeClr>
            </a:solidFill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J. Huang</a:t>
              </a:r>
            </a:p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CICC 2024</a:t>
              </a:r>
            </a:p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JSSC 2026</a:t>
              </a:r>
              <a:endParaRPr lang="zh-CN" altLang="en-US" sz="368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3270B44-CB80-E7A1-17BC-1E66994F7A95}"/>
                </a:ext>
              </a:extLst>
            </p:cNvPr>
            <p:cNvSpPr txBox="1"/>
            <p:nvPr/>
          </p:nvSpPr>
          <p:spPr>
            <a:xfrm>
              <a:off x="11175765" y="795231"/>
              <a:ext cx="306792" cy="169855"/>
            </a:xfrm>
            <a:prstGeom prst="rect">
              <a:avLst/>
            </a:prstGeom>
            <a:solidFill>
              <a:schemeClr val="bg1">
                <a:lumMod val="65000"/>
                <a:alpha val="70000"/>
              </a:schemeClr>
            </a:solidFill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S. Han</a:t>
              </a:r>
            </a:p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ISSCC 2024</a:t>
              </a:r>
            </a:p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JSSC 2025</a:t>
              </a:r>
              <a:endParaRPr lang="zh-CN" altLang="en-US" sz="368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B98B3561-3853-3492-B80A-3944212786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t="36089" r="4332" b="5236"/>
            <a:stretch/>
          </p:blipFill>
          <p:spPr>
            <a:xfrm rot="5400000">
              <a:off x="12486253" y="671593"/>
              <a:ext cx="662599" cy="395832"/>
            </a:xfrm>
            <a:prstGeom prst="rect">
              <a:avLst/>
            </a:prstGeom>
          </p:spPr>
        </p:pic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0E63F515-E2E6-3EA1-21CE-609A27AB13B7}"/>
                </a:ext>
              </a:extLst>
            </p:cNvPr>
            <p:cNvSpPr txBox="1"/>
            <p:nvPr/>
          </p:nvSpPr>
          <p:spPr>
            <a:xfrm>
              <a:off x="12673424" y="823540"/>
              <a:ext cx="308107" cy="113236"/>
            </a:xfrm>
            <a:prstGeom prst="rect">
              <a:avLst/>
            </a:prstGeom>
            <a:solidFill>
              <a:schemeClr val="bg1">
                <a:lumMod val="65000"/>
                <a:alpha val="70000"/>
              </a:schemeClr>
            </a:solidFill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F. Mao </a:t>
              </a:r>
            </a:p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ISSCC 2024</a:t>
              </a:r>
              <a:endParaRPr lang="zh-CN" altLang="en-US" sz="368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97" name="图片 96">
              <a:extLst>
                <a:ext uri="{FF2B5EF4-FFF2-40B4-BE49-F238E27FC236}">
                  <a16:creationId xmlns:a16="http://schemas.microsoft.com/office/drawing/2014/main" id="{B17D7023-2711-47CF-8812-0888382916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694" t="9435" r="4593"/>
            <a:stretch/>
          </p:blipFill>
          <p:spPr>
            <a:xfrm rot="5400000">
              <a:off x="7071699" y="752288"/>
              <a:ext cx="670988" cy="262361"/>
            </a:xfrm>
            <a:prstGeom prst="rect">
              <a:avLst/>
            </a:prstGeom>
          </p:spPr>
        </p:pic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D3913F6E-EA17-455B-B9D4-D8CAAE4876FF}"/>
                </a:ext>
              </a:extLst>
            </p:cNvPr>
            <p:cNvSpPr txBox="1"/>
            <p:nvPr/>
          </p:nvSpPr>
          <p:spPr>
            <a:xfrm>
              <a:off x="7182748" y="1036285"/>
              <a:ext cx="247922" cy="113179"/>
            </a:xfrm>
            <a:prstGeom prst="rect">
              <a:avLst/>
            </a:prstGeom>
            <a:solidFill>
              <a:schemeClr val="bg1">
                <a:lumMod val="65000"/>
                <a:alpha val="70000"/>
              </a:schemeClr>
            </a:solidFill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Y. Jiang </a:t>
              </a:r>
            </a:p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ISSCC 2025</a:t>
              </a:r>
              <a:endParaRPr lang="zh-CN" altLang="en-US" sz="368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100" name="图片 99">
              <a:extLst>
                <a:ext uri="{FF2B5EF4-FFF2-40B4-BE49-F238E27FC236}">
                  <a16:creationId xmlns:a16="http://schemas.microsoft.com/office/drawing/2014/main" id="{795BD7A4-5A27-4490-890B-8682B29FBE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l="8281" b="8234"/>
            <a:stretch/>
          </p:blipFill>
          <p:spPr>
            <a:xfrm>
              <a:off x="10337666" y="535606"/>
              <a:ext cx="655153" cy="681708"/>
            </a:xfrm>
            <a:prstGeom prst="rect">
              <a:avLst/>
            </a:prstGeom>
          </p:spPr>
        </p:pic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2769B061-C9A7-4C8D-86C9-FFC512BAAC57}"/>
                </a:ext>
              </a:extLst>
            </p:cNvPr>
            <p:cNvSpPr txBox="1"/>
            <p:nvPr/>
          </p:nvSpPr>
          <p:spPr>
            <a:xfrm>
              <a:off x="10430379" y="822616"/>
              <a:ext cx="470439" cy="115085"/>
            </a:xfrm>
            <a:prstGeom prst="rect">
              <a:avLst/>
            </a:prstGeom>
            <a:solidFill>
              <a:schemeClr val="bg1">
                <a:lumMod val="65000"/>
                <a:alpha val="70000"/>
              </a:schemeClr>
            </a:solidFill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Y Jiang </a:t>
              </a:r>
            </a:p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JSSC 2025</a:t>
              </a:r>
              <a:endParaRPr lang="zh-CN" altLang="en-US" sz="368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205" name="图片 204">
              <a:extLst>
                <a:ext uri="{FF2B5EF4-FFF2-40B4-BE49-F238E27FC236}">
                  <a16:creationId xmlns:a16="http://schemas.microsoft.com/office/drawing/2014/main" id="{533CCDC5-76D9-45A7-8868-C949645A2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5400000">
              <a:off x="1247780" y="709421"/>
              <a:ext cx="673848" cy="367834"/>
            </a:xfrm>
            <a:prstGeom prst="rect">
              <a:avLst/>
            </a:prstGeom>
          </p:spPr>
        </p:pic>
        <p:sp>
          <p:nvSpPr>
            <p:cNvPr id="206" name="文本框 205">
              <a:extLst>
                <a:ext uri="{FF2B5EF4-FFF2-40B4-BE49-F238E27FC236}">
                  <a16:creationId xmlns:a16="http://schemas.microsoft.com/office/drawing/2014/main" id="{A8656D58-5120-4903-AA09-532285E8C783}"/>
                </a:ext>
              </a:extLst>
            </p:cNvPr>
            <p:cNvSpPr txBox="1"/>
            <p:nvPr/>
          </p:nvSpPr>
          <p:spPr>
            <a:xfrm>
              <a:off x="1406873" y="823569"/>
              <a:ext cx="355576" cy="113179"/>
            </a:xfrm>
            <a:prstGeom prst="rect">
              <a:avLst/>
            </a:prstGeom>
            <a:solidFill>
              <a:schemeClr val="bg1">
                <a:lumMod val="65000"/>
                <a:alpha val="70000"/>
              </a:schemeClr>
            </a:solidFill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Z. Yu</a:t>
              </a:r>
            </a:p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ISSCC 2026</a:t>
              </a:r>
              <a:endParaRPr lang="zh-CN" altLang="en-US" sz="368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208" name="图片 207">
              <a:extLst>
                <a:ext uri="{FF2B5EF4-FFF2-40B4-BE49-F238E27FC236}">
                  <a16:creationId xmlns:a16="http://schemas.microsoft.com/office/drawing/2014/main" id="{604368BC-8A14-4A67-8252-7AB4A0312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5400000">
              <a:off x="1726147" y="607015"/>
              <a:ext cx="447941" cy="346739"/>
            </a:xfrm>
            <a:prstGeom prst="rect">
              <a:avLst/>
            </a:prstGeom>
          </p:spPr>
        </p:pic>
        <p:pic>
          <p:nvPicPr>
            <p:cNvPr id="210" name="图片 209">
              <a:extLst>
                <a:ext uri="{FF2B5EF4-FFF2-40B4-BE49-F238E27FC236}">
                  <a16:creationId xmlns:a16="http://schemas.microsoft.com/office/drawing/2014/main" id="{C624527C-F428-43C5-9EFC-205EA77F1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785307" y="1004355"/>
              <a:ext cx="283708" cy="226003"/>
            </a:xfrm>
            <a:prstGeom prst="rect">
              <a:avLst/>
            </a:prstGeom>
          </p:spPr>
        </p:pic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A2375D63-BF5E-4E25-AE53-7923F45197FF}"/>
                </a:ext>
              </a:extLst>
            </p:cNvPr>
            <p:cNvSpPr txBox="1"/>
            <p:nvPr/>
          </p:nvSpPr>
          <p:spPr>
            <a:xfrm>
              <a:off x="1801355" y="717825"/>
              <a:ext cx="302384" cy="113179"/>
            </a:xfrm>
            <a:prstGeom prst="rect">
              <a:avLst/>
            </a:prstGeom>
            <a:solidFill>
              <a:schemeClr val="bg1">
                <a:lumMod val="65000"/>
                <a:alpha val="70000"/>
              </a:schemeClr>
            </a:solidFill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K. Cui</a:t>
              </a:r>
            </a:p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ISSCC 2026</a:t>
              </a:r>
              <a:endParaRPr lang="zh-CN" altLang="en-US" sz="368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235" name="图片 234">
              <a:extLst>
                <a:ext uri="{FF2B5EF4-FFF2-40B4-BE49-F238E27FC236}">
                  <a16:creationId xmlns:a16="http://schemas.microsoft.com/office/drawing/2014/main" id="{FA565E8E-B859-4925-B273-734DED56BC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saturation sat="66000"/>
                      </a14:imgEffect>
                      <a14:imgEffect>
                        <a14:brightnessContrast bright="5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441867" y="547338"/>
              <a:ext cx="410510" cy="665939"/>
            </a:xfrm>
            <a:prstGeom prst="rect">
              <a:avLst/>
            </a:prstGeom>
          </p:spPr>
        </p:pic>
        <p:sp>
          <p:nvSpPr>
            <p:cNvPr id="236" name="文本框 235">
              <a:extLst>
                <a:ext uri="{FF2B5EF4-FFF2-40B4-BE49-F238E27FC236}">
                  <a16:creationId xmlns:a16="http://schemas.microsoft.com/office/drawing/2014/main" id="{CE60B918-8D67-46EB-B7FF-082B09AFB36A}"/>
                </a:ext>
              </a:extLst>
            </p:cNvPr>
            <p:cNvSpPr txBox="1"/>
            <p:nvPr/>
          </p:nvSpPr>
          <p:spPr>
            <a:xfrm>
              <a:off x="6498284" y="795274"/>
              <a:ext cx="273723" cy="169769"/>
            </a:xfrm>
            <a:prstGeom prst="rect">
              <a:avLst/>
            </a:prstGeom>
            <a:solidFill>
              <a:schemeClr val="bg1">
                <a:lumMod val="65000"/>
                <a:alpha val="70000"/>
              </a:schemeClr>
            </a:solidFill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J. Yang</a:t>
              </a:r>
            </a:p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CICC 2024 </a:t>
              </a:r>
            </a:p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JSSC 2026</a:t>
              </a:r>
              <a:endParaRPr lang="zh-CN" altLang="en-US" sz="368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246" name="图片 245">
              <a:extLst>
                <a:ext uri="{FF2B5EF4-FFF2-40B4-BE49-F238E27FC236}">
                  <a16:creationId xmlns:a16="http://schemas.microsoft.com/office/drawing/2014/main" id="{229C1E81-204A-4BD5-8FB2-D67B9AB1B4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5400000">
              <a:off x="1880065" y="807475"/>
              <a:ext cx="672515" cy="170204"/>
            </a:xfrm>
            <a:prstGeom prst="rect">
              <a:avLst/>
            </a:prstGeom>
          </p:spPr>
        </p:pic>
        <p:sp>
          <p:nvSpPr>
            <p:cNvPr id="247" name="文本框 246">
              <a:extLst>
                <a:ext uri="{FF2B5EF4-FFF2-40B4-BE49-F238E27FC236}">
                  <a16:creationId xmlns:a16="http://schemas.microsoft.com/office/drawing/2014/main" id="{B46E134D-60C1-46B9-98BF-B67F6508F28C}"/>
                </a:ext>
              </a:extLst>
            </p:cNvPr>
            <p:cNvSpPr txBox="1"/>
            <p:nvPr/>
          </p:nvSpPr>
          <p:spPr>
            <a:xfrm>
              <a:off x="2100262" y="1042188"/>
              <a:ext cx="201505" cy="113179"/>
            </a:xfrm>
            <a:prstGeom prst="rect">
              <a:avLst/>
            </a:prstGeom>
            <a:solidFill>
              <a:schemeClr val="bg1">
                <a:lumMod val="65000"/>
                <a:alpha val="70000"/>
              </a:schemeClr>
            </a:solidFill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W. Yang</a:t>
              </a:r>
            </a:p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CICC 2026</a:t>
              </a:r>
              <a:endParaRPr lang="zh-CN" altLang="en-US" sz="368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249" name="图片 248">
              <a:extLst>
                <a:ext uri="{FF2B5EF4-FFF2-40B4-BE49-F238E27FC236}">
                  <a16:creationId xmlns:a16="http://schemas.microsoft.com/office/drawing/2014/main" id="{9996FD25-1FF2-481E-BD95-F00D7320A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065031" y="549714"/>
              <a:ext cx="509003" cy="673957"/>
            </a:xfrm>
            <a:prstGeom prst="rect">
              <a:avLst/>
            </a:prstGeom>
          </p:spPr>
        </p:pic>
        <p:sp>
          <p:nvSpPr>
            <p:cNvPr id="250" name="文本框 249">
              <a:extLst>
                <a:ext uri="{FF2B5EF4-FFF2-40B4-BE49-F238E27FC236}">
                  <a16:creationId xmlns:a16="http://schemas.microsoft.com/office/drawing/2014/main" id="{45646C97-B2E8-4146-8AD8-D14824C62CD3}"/>
                </a:ext>
              </a:extLst>
            </p:cNvPr>
            <p:cNvSpPr txBox="1"/>
            <p:nvPr/>
          </p:nvSpPr>
          <p:spPr>
            <a:xfrm>
              <a:off x="4174773" y="823569"/>
              <a:ext cx="279138" cy="113179"/>
            </a:xfrm>
            <a:prstGeom prst="rect">
              <a:avLst/>
            </a:prstGeom>
            <a:solidFill>
              <a:schemeClr val="bg1">
                <a:lumMod val="65000"/>
                <a:alpha val="70000"/>
              </a:schemeClr>
            </a:solidFill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Z. Yu</a:t>
              </a:r>
            </a:p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CICC 2026</a:t>
              </a:r>
              <a:endParaRPr lang="zh-CN" altLang="en-US" sz="368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257" name="图片 256">
              <a:extLst>
                <a:ext uri="{FF2B5EF4-FFF2-40B4-BE49-F238E27FC236}">
                  <a16:creationId xmlns:a16="http://schemas.microsoft.com/office/drawing/2014/main" id="{576CCB84-F7B3-456E-826B-2F459A905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BEBA8EAE-BF5A-486C-A8C5-ECC9F3942E4B}">
                  <a14:imgProps xmlns:a14="http://schemas.microsoft.com/office/drawing/2010/main">
                    <a14:imgLayer r:embed="rId21">
                      <a14:imgEffect>
                        <a14:brightnessContrast bright="8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582716" y="549821"/>
              <a:ext cx="504161" cy="673742"/>
            </a:xfrm>
            <a:prstGeom prst="rect">
              <a:avLst/>
            </a:prstGeom>
          </p:spPr>
        </p:pic>
        <p:sp>
          <p:nvSpPr>
            <p:cNvPr id="182" name="文本框 181">
              <a:extLst>
                <a:ext uri="{FF2B5EF4-FFF2-40B4-BE49-F238E27FC236}">
                  <a16:creationId xmlns:a16="http://schemas.microsoft.com/office/drawing/2014/main" id="{0430D4B2-92E2-4CA5-8106-988A9AE348FB}"/>
                </a:ext>
              </a:extLst>
            </p:cNvPr>
            <p:cNvSpPr txBox="1"/>
            <p:nvPr/>
          </p:nvSpPr>
          <p:spPr>
            <a:xfrm>
              <a:off x="4707256" y="823569"/>
              <a:ext cx="279138" cy="113179"/>
            </a:xfrm>
            <a:prstGeom prst="rect">
              <a:avLst/>
            </a:prstGeom>
            <a:solidFill>
              <a:schemeClr val="bg1">
                <a:lumMod val="65000"/>
                <a:alpha val="70000"/>
              </a:schemeClr>
            </a:solidFill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S. Han</a:t>
              </a:r>
            </a:p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CICC 2026</a:t>
              </a:r>
              <a:endParaRPr lang="zh-CN" altLang="en-US" sz="368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475C2199-6C38-345A-C25A-DBCAC5CFA822}"/>
                </a:ext>
              </a:extLst>
            </p:cNvPr>
            <p:cNvGrpSpPr/>
            <p:nvPr/>
          </p:nvGrpSpPr>
          <p:grpSpPr>
            <a:xfrm>
              <a:off x="2315949" y="550686"/>
              <a:ext cx="1743913" cy="676108"/>
              <a:chOff x="486619" y="15779325"/>
              <a:chExt cx="2867285" cy="940658"/>
            </a:xfrm>
          </p:grpSpPr>
          <p:pic>
            <p:nvPicPr>
              <p:cNvPr id="252" name="图片 251">
                <a:extLst>
                  <a:ext uri="{FF2B5EF4-FFF2-40B4-BE49-F238E27FC236}">
                    <a16:creationId xmlns:a16="http://schemas.microsoft.com/office/drawing/2014/main" id="{96B931F5-A912-458C-BF8F-35BC815436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289725" y="15779325"/>
                <a:ext cx="1064179" cy="940658"/>
              </a:xfrm>
              <a:prstGeom prst="rect">
                <a:avLst/>
              </a:prstGeom>
            </p:spPr>
          </p:pic>
          <p:pic>
            <p:nvPicPr>
              <p:cNvPr id="254" name="图片 253">
                <a:extLst>
                  <a:ext uri="{FF2B5EF4-FFF2-40B4-BE49-F238E27FC236}">
                    <a16:creationId xmlns:a16="http://schemas.microsoft.com/office/drawing/2014/main" id="{B105894A-F655-43C9-9574-227C24788A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729532" y="16238155"/>
                <a:ext cx="522167" cy="478653"/>
              </a:xfrm>
              <a:prstGeom prst="rect">
                <a:avLst/>
              </a:prstGeom>
            </p:spPr>
          </p:pic>
          <p:sp>
            <p:nvSpPr>
              <p:cNvPr id="255" name="文本框 254">
                <a:extLst>
                  <a:ext uri="{FF2B5EF4-FFF2-40B4-BE49-F238E27FC236}">
                    <a16:creationId xmlns:a16="http://schemas.microsoft.com/office/drawing/2014/main" id="{FCC126A0-14A4-4E9E-868E-A43EA8208655}"/>
                  </a:ext>
                </a:extLst>
              </p:cNvPr>
              <p:cNvSpPr txBox="1"/>
              <p:nvPr/>
            </p:nvSpPr>
            <p:spPr>
              <a:xfrm>
                <a:off x="1917462" y="16407576"/>
                <a:ext cx="731168" cy="156516"/>
              </a:xfrm>
              <a:prstGeom prst="rect">
                <a:avLst/>
              </a:prstGeom>
              <a:solidFill>
                <a:schemeClr val="bg1">
                  <a:lumMod val="65000"/>
                  <a:alpha val="70000"/>
                </a:schemeClr>
              </a:solidFill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altLang="zh-CN" sz="368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Z. Song</a:t>
                </a:r>
              </a:p>
              <a:p>
                <a:pPr algn="ctr"/>
                <a:r>
                  <a:rPr lang="en-US" altLang="zh-CN" sz="368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CICC 2026</a:t>
                </a:r>
                <a:endParaRPr lang="zh-CN" altLang="en-US" sz="368" b="1" dirty="0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FE31A18D-E157-4403-8BFA-C8F71D8D211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4"/>
              <a:srcRect r="837"/>
              <a:stretch/>
            </p:blipFill>
            <p:spPr>
              <a:xfrm>
                <a:off x="486619" y="15792339"/>
                <a:ext cx="1144505" cy="927644"/>
              </a:xfrm>
              <a:prstGeom prst="rect">
                <a:avLst/>
              </a:prstGeom>
            </p:spPr>
          </p:pic>
          <p:pic>
            <p:nvPicPr>
              <p:cNvPr id="32" name="图片 31">
                <a:extLst>
                  <a:ext uri="{FF2B5EF4-FFF2-40B4-BE49-F238E27FC236}">
                    <a16:creationId xmlns:a16="http://schemas.microsoft.com/office/drawing/2014/main" id="{F1C9B51D-96EC-499E-ADD1-3A8EA046BD2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5"/>
              <a:srcRect l="2872" t="3290" r="3798" b="3191"/>
              <a:stretch/>
            </p:blipFill>
            <p:spPr>
              <a:xfrm>
                <a:off x="1674907" y="15788116"/>
                <a:ext cx="569980" cy="425310"/>
              </a:xfrm>
              <a:prstGeom prst="rect">
                <a:avLst/>
              </a:prstGeom>
            </p:spPr>
          </p:pic>
          <p:sp>
            <p:nvSpPr>
              <p:cNvPr id="191" name="文本框 190">
                <a:extLst>
                  <a:ext uri="{FF2B5EF4-FFF2-40B4-BE49-F238E27FC236}">
                    <a16:creationId xmlns:a16="http://schemas.microsoft.com/office/drawing/2014/main" id="{1775D9AF-B257-42D7-ABA7-A7B31BF0347C}"/>
                  </a:ext>
                </a:extLst>
              </p:cNvPr>
              <p:cNvSpPr txBox="1"/>
              <p:nvPr/>
            </p:nvSpPr>
            <p:spPr>
              <a:xfrm>
                <a:off x="1119939" y="15932519"/>
                <a:ext cx="731168" cy="156516"/>
              </a:xfrm>
              <a:prstGeom prst="rect">
                <a:avLst/>
              </a:prstGeom>
              <a:solidFill>
                <a:schemeClr val="bg1">
                  <a:lumMod val="65000"/>
                  <a:alpha val="70000"/>
                </a:schemeClr>
              </a:solidFill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altLang="zh-CN" sz="368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J. Huang</a:t>
                </a:r>
              </a:p>
              <a:p>
                <a:pPr algn="ctr"/>
                <a:r>
                  <a:rPr lang="en-US" altLang="zh-CN" sz="368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CICC 2026</a:t>
                </a:r>
                <a:endParaRPr lang="zh-CN" altLang="en-US" sz="368" b="1" dirty="0">
                  <a:solidFill>
                    <a:schemeClr val="bg1"/>
                  </a:solidFill>
                  <a:latin typeface="Arial Narrow" panose="020B0606020202030204" pitchFamily="34" charset="0"/>
                </a:endParaRPr>
              </a:p>
            </p:txBody>
          </p:sp>
        </p:grpSp>
        <p:pic>
          <p:nvPicPr>
            <p:cNvPr id="47" name="图片 46">
              <a:extLst>
                <a:ext uri="{FF2B5EF4-FFF2-40B4-BE49-F238E27FC236}">
                  <a16:creationId xmlns:a16="http://schemas.microsoft.com/office/drawing/2014/main" id="{B19B9B4C-887F-44CC-8531-048B70D56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5101755" y="547339"/>
              <a:ext cx="868760" cy="345999"/>
            </a:xfrm>
            <a:prstGeom prst="rect">
              <a:avLst/>
            </a:prstGeom>
          </p:spPr>
        </p:pic>
        <p:pic>
          <p:nvPicPr>
            <p:cNvPr id="72" name="图片 71">
              <a:extLst>
                <a:ext uri="{FF2B5EF4-FFF2-40B4-BE49-F238E27FC236}">
                  <a16:creationId xmlns:a16="http://schemas.microsoft.com/office/drawing/2014/main" id="{4E763CEB-71F5-48E3-B1CB-FE38EDF66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5101755" y="899571"/>
              <a:ext cx="869119" cy="323134"/>
            </a:xfrm>
            <a:prstGeom prst="rect">
              <a:avLst/>
            </a:prstGeom>
          </p:spPr>
        </p:pic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FBDA0FEF-F2FB-4714-9E56-A0B5967F2D6E}"/>
                </a:ext>
              </a:extLst>
            </p:cNvPr>
            <p:cNvSpPr txBox="1"/>
            <p:nvPr/>
          </p:nvSpPr>
          <p:spPr>
            <a:xfrm>
              <a:off x="5257914" y="823569"/>
              <a:ext cx="571925" cy="113179"/>
            </a:xfrm>
            <a:prstGeom prst="rect">
              <a:avLst/>
            </a:prstGeom>
            <a:solidFill>
              <a:schemeClr val="bg1">
                <a:lumMod val="65000"/>
                <a:alpha val="70000"/>
              </a:schemeClr>
            </a:solidFill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Z. Tong</a:t>
              </a:r>
            </a:p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VLSI 2026</a:t>
              </a:r>
              <a:endParaRPr lang="zh-CN" altLang="en-US" sz="368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87" name="图片 86">
              <a:extLst>
                <a:ext uri="{FF2B5EF4-FFF2-40B4-BE49-F238E27FC236}">
                  <a16:creationId xmlns:a16="http://schemas.microsoft.com/office/drawing/2014/main" id="{7135B7DE-0B44-4E4B-8383-72E7F4A9D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 rot="5400000">
              <a:off x="6628563" y="790959"/>
              <a:ext cx="670990" cy="192503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59A485B-1293-489F-A0DA-0A0DCBF69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 rot="5400000">
              <a:off x="7025141" y="590876"/>
              <a:ext cx="278344" cy="192539"/>
            </a:xfrm>
            <a:prstGeom prst="rect">
              <a:avLst/>
            </a:prstGeom>
          </p:spPr>
        </p:pic>
        <p:sp>
          <p:nvSpPr>
            <p:cNvPr id="207" name="文本框 206">
              <a:extLst>
                <a:ext uri="{FF2B5EF4-FFF2-40B4-BE49-F238E27FC236}">
                  <a16:creationId xmlns:a16="http://schemas.microsoft.com/office/drawing/2014/main" id="{BC6CCF29-3430-43E4-AB57-EFFBF40B1A0C}"/>
                </a:ext>
              </a:extLst>
            </p:cNvPr>
            <p:cNvSpPr txBox="1"/>
            <p:nvPr/>
          </p:nvSpPr>
          <p:spPr>
            <a:xfrm>
              <a:off x="6896593" y="777094"/>
              <a:ext cx="245755" cy="169769"/>
            </a:xfrm>
            <a:prstGeom prst="rect">
              <a:avLst/>
            </a:prstGeom>
            <a:solidFill>
              <a:schemeClr val="bg1">
                <a:lumMod val="65000"/>
                <a:alpha val="70000"/>
              </a:schemeClr>
            </a:solidFill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S. Han</a:t>
              </a:r>
            </a:p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CICC 2025</a:t>
              </a:r>
            </a:p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JSSC 2026</a:t>
              </a:r>
              <a:endParaRPr lang="zh-CN" altLang="en-US" sz="368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53BB7769-FC81-F54A-D103-73D57E8E41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592098" y="556318"/>
              <a:ext cx="469070" cy="674041"/>
            </a:xfrm>
            <a:prstGeom prst="rect">
              <a:avLst/>
            </a:prstGeom>
          </p:spPr>
        </p:pic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43010A99-74C1-749F-A8CE-0B9605C78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1069517" y="557844"/>
              <a:ext cx="321597" cy="670988"/>
            </a:xfrm>
            <a:prstGeom prst="rect">
              <a:avLst/>
            </a:prstGeom>
          </p:spPr>
        </p:pic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42866B8F-4B81-FC81-CDD9-17A1A6377DC2}"/>
                </a:ext>
              </a:extLst>
            </p:cNvPr>
            <p:cNvSpPr txBox="1"/>
            <p:nvPr/>
          </p:nvSpPr>
          <p:spPr>
            <a:xfrm>
              <a:off x="872684" y="823569"/>
              <a:ext cx="359087" cy="113179"/>
            </a:xfrm>
            <a:prstGeom prst="rect">
              <a:avLst/>
            </a:prstGeom>
            <a:solidFill>
              <a:schemeClr val="bg1">
                <a:lumMod val="65000"/>
                <a:alpha val="70000"/>
              </a:schemeClr>
            </a:solidFill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Z. Zhu</a:t>
              </a:r>
            </a:p>
            <a:p>
              <a:pPr algn="ctr"/>
              <a:r>
                <a:rPr lang="en-US" altLang="zh-CN" sz="368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ISSCC 2026</a:t>
              </a:r>
              <a:endParaRPr lang="zh-CN" altLang="en-US" sz="368" b="1" dirty="0">
                <a:solidFill>
                  <a:schemeClr val="bg1"/>
                </a:solidFill>
                <a:latin typeface="Arial Narrow" panose="020B0606020202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1308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44596</TotalTime>
  <Words>123</Words>
  <Application>Microsoft Office PowerPoint</Application>
  <PresentationFormat>自定义</PresentationFormat>
  <Paragraphs>51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Arial</vt:lpstr>
      <vt:lpstr>Arial Narrow</vt:lpstr>
      <vt:lpstr>Calibri</vt:lpstr>
      <vt:lpstr>Calibri Light</vt:lpstr>
      <vt:lpstr>Office 2013 - 2022 主题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电源管理芯片设计</dc:title>
  <dc:creator>LU Yan</dc:creator>
  <cp:lastModifiedBy>Syzhang</cp:lastModifiedBy>
  <cp:revision>884</cp:revision>
  <cp:lastPrinted>2025-01-09T12:06:54Z</cp:lastPrinted>
  <dcterms:created xsi:type="dcterms:W3CDTF">2016-10-24T19:40:55Z</dcterms:created>
  <dcterms:modified xsi:type="dcterms:W3CDTF">2026-10-27T03:05:19Z</dcterms:modified>
</cp:coreProperties>
</file>